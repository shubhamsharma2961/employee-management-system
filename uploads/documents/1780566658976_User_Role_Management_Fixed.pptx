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F299C9-98B1-4169-981F-72DF25C6B687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DD54C35-C3F3-4914-BD0A-5C0ED3F5BCDF}">
      <dgm:prSet/>
      <dgm:spPr/>
      <dgm:t>
        <a:bodyPr/>
        <a:lstStyle/>
        <a:p>
          <a:r>
            <a:rPr lang="en-US"/>
            <a:t>RBAC Concept</a:t>
          </a:r>
        </a:p>
      </dgm:t>
    </dgm:pt>
    <dgm:pt modelId="{A022F881-01A2-4A6C-9A65-829D7E2643DF}" type="parTrans" cxnId="{5EE8BEB1-B27E-4B71-8A8C-6B1D4B3BB903}">
      <dgm:prSet/>
      <dgm:spPr/>
      <dgm:t>
        <a:bodyPr/>
        <a:lstStyle/>
        <a:p>
          <a:endParaRPr lang="en-US"/>
        </a:p>
      </dgm:t>
    </dgm:pt>
    <dgm:pt modelId="{8028658C-0EB9-4B4F-BA76-4035CF1C2095}" type="sibTrans" cxnId="{5EE8BEB1-B27E-4B71-8A8C-6B1D4B3BB903}">
      <dgm:prSet/>
      <dgm:spPr/>
      <dgm:t>
        <a:bodyPr/>
        <a:lstStyle/>
        <a:p>
          <a:endParaRPr lang="en-US"/>
        </a:p>
      </dgm:t>
    </dgm:pt>
    <dgm:pt modelId="{8C071206-5B2B-4012-96BD-E087E722F8CF}">
      <dgm:prSet/>
      <dgm:spPr/>
      <dgm:t>
        <a:bodyPr/>
        <a:lstStyle/>
        <a:p>
          <a:r>
            <a:rPr lang="en-US"/>
            <a:t>Authentication, Authorization, Audit</a:t>
          </a:r>
        </a:p>
      </dgm:t>
    </dgm:pt>
    <dgm:pt modelId="{4AEEAC58-5054-4987-B4D6-FDF3C26DEA83}" type="parTrans" cxnId="{DCE486C3-90E5-42DE-AB98-10E9E6A4B936}">
      <dgm:prSet/>
      <dgm:spPr/>
      <dgm:t>
        <a:bodyPr/>
        <a:lstStyle/>
        <a:p>
          <a:endParaRPr lang="en-US"/>
        </a:p>
      </dgm:t>
    </dgm:pt>
    <dgm:pt modelId="{D2DC047F-700E-4951-8E07-FACE39789491}" type="sibTrans" cxnId="{DCE486C3-90E5-42DE-AB98-10E9E6A4B936}">
      <dgm:prSet/>
      <dgm:spPr/>
      <dgm:t>
        <a:bodyPr/>
        <a:lstStyle/>
        <a:p>
          <a:endParaRPr lang="en-US"/>
        </a:p>
      </dgm:t>
    </dgm:pt>
    <dgm:pt modelId="{F0C246F3-6A38-4BA3-BF85-6E041BB60FFB}">
      <dgm:prSet/>
      <dgm:spPr/>
      <dgm:t>
        <a:bodyPr/>
        <a:lstStyle/>
        <a:p>
          <a:r>
            <a:rPr lang="en-US"/>
            <a:t>Role Matrix</a:t>
          </a:r>
        </a:p>
      </dgm:t>
    </dgm:pt>
    <dgm:pt modelId="{DCADF1CD-BEDB-4045-893D-F5B232E1BB2C}" type="parTrans" cxnId="{6399C707-3610-487B-8798-5EEF53424E14}">
      <dgm:prSet/>
      <dgm:spPr/>
      <dgm:t>
        <a:bodyPr/>
        <a:lstStyle/>
        <a:p>
          <a:endParaRPr lang="en-US"/>
        </a:p>
      </dgm:t>
    </dgm:pt>
    <dgm:pt modelId="{166C199F-E518-4F91-B616-75885B4CA28E}" type="sibTrans" cxnId="{6399C707-3610-487B-8798-5EEF53424E14}">
      <dgm:prSet/>
      <dgm:spPr/>
      <dgm:t>
        <a:bodyPr/>
        <a:lstStyle/>
        <a:p>
          <a:endParaRPr lang="en-US"/>
        </a:p>
      </dgm:t>
    </dgm:pt>
    <dgm:pt modelId="{BB57CA6E-9C88-4C97-8AEB-7C963CE3058F}">
      <dgm:prSet/>
      <dgm:spPr/>
      <dgm:t>
        <a:bodyPr/>
        <a:lstStyle/>
        <a:p>
          <a:r>
            <a:rPr lang="en-US"/>
            <a:t>Permission Models</a:t>
          </a:r>
        </a:p>
      </dgm:t>
    </dgm:pt>
    <dgm:pt modelId="{58F0A804-93AF-4EC7-B6CF-2FBC210A652E}" type="parTrans" cxnId="{58BBC202-D68E-4345-B97A-E57B741A3395}">
      <dgm:prSet/>
      <dgm:spPr/>
      <dgm:t>
        <a:bodyPr/>
        <a:lstStyle/>
        <a:p>
          <a:endParaRPr lang="en-US"/>
        </a:p>
      </dgm:t>
    </dgm:pt>
    <dgm:pt modelId="{1562CA84-4D02-4D4C-AD7A-41048E3360F4}" type="sibTrans" cxnId="{58BBC202-D68E-4345-B97A-E57B741A3395}">
      <dgm:prSet/>
      <dgm:spPr/>
      <dgm:t>
        <a:bodyPr/>
        <a:lstStyle/>
        <a:p>
          <a:endParaRPr lang="en-US"/>
        </a:p>
      </dgm:t>
    </dgm:pt>
    <dgm:pt modelId="{ADAA385D-5D48-439A-B086-4856E42C0139}">
      <dgm:prSet/>
      <dgm:spPr/>
      <dgm:t>
        <a:bodyPr/>
        <a:lstStyle/>
        <a:p>
          <a:r>
            <a:rPr lang="en-US"/>
            <a:t>Security Features</a:t>
          </a:r>
        </a:p>
      </dgm:t>
    </dgm:pt>
    <dgm:pt modelId="{6379AFE5-D590-45E5-9762-E6C07ED1F543}" type="parTrans" cxnId="{EC420C33-5606-4F81-AC9B-C004719AFE39}">
      <dgm:prSet/>
      <dgm:spPr/>
      <dgm:t>
        <a:bodyPr/>
        <a:lstStyle/>
        <a:p>
          <a:endParaRPr lang="en-US"/>
        </a:p>
      </dgm:t>
    </dgm:pt>
    <dgm:pt modelId="{826087E9-51BE-46BA-93EF-A9F64FBE5D74}" type="sibTrans" cxnId="{EC420C33-5606-4F81-AC9B-C004719AFE39}">
      <dgm:prSet/>
      <dgm:spPr/>
      <dgm:t>
        <a:bodyPr/>
        <a:lstStyle/>
        <a:p>
          <a:endParaRPr lang="en-US"/>
        </a:p>
      </dgm:t>
    </dgm:pt>
    <dgm:pt modelId="{D79E1F5A-373D-484F-9727-BEE344026824}">
      <dgm:prSet/>
      <dgm:spPr/>
      <dgm:t>
        <a:bodyPr/>
        <a:lstStyle/>
        <a:p>
          <a:r>
            <a:rPr lang="en-US"/>
            <a:t>Best Practices</a:t>
          </a:r>
        </a:p>
      </dgm:t>
    </dgm:pt>
    <dgm:pt modelId="{8EA42852-23C4-4439-980E-6364FC79F50A}" type="parTrans" cxnId="{02705085-56BB-4C21-8DF2-9A7747F128B1}">
      <dgm:prSet/>
      <dgm:spPr/>
      <dgm:t>
        <a:bodyPr/>
        <a:lstStyle/>
        <a:p>
          <a:endParaRPr lang="en-US"/>
        </a:p>
      </dgm:t>
    </dgm:pt>
    <dgm:pt modelId="{5683F659-986F-439A-A71A-9C2758BA2639}" type="sibTrans" cxnId="{02705085-56BB-4C21-8DF2-9A7747F128B1}">
      <dgm:prSet/>
      <dgm:spPr/>
      <dgm:t>
        <a:bodyPr/>
        <a:lstStyle/>
        <a:p>
          <a:endParaRPr lang="en-US"/>
        </a:p>
      </dgm:t>
    </dgm:pt>
    <dgm:pt modelId="{C3F5DB2B-3D8C-4DC4-9F10-F5F260C683A1}" type="pres">
      <dgm:prSet presAssocID="{24F299C9-98B1-4169-981F-72DF25C6B687}" presName="linear" presStyleCnt="0">
        <dgm:presLayoutVars>
          <dgm:dir/>
          <dgm:animLvl val="lvl"/>
          <dgm:resizeHandles val="exact"/>
        </dgm:presLayoutVars>
      </dgm:prSet>
      <dgm:spPr/>
    </dgm:pt>
    <dgm:pt modelId="{929F0CAD-C0E9-47E4-88A9-7C1F1F2BA08C}" type="pres">
      <dgm:prSet presAssocID="{2DD54C35-C3F3-4914-BD0A-5C0ED3F5BCDF}" presName="parentLin" presStyleCnt="0"/>
      <dgm:spPr/>
    </dgm:pt>
    <dgm:pt modelId="{6FF70425-F125-4192-96FB-40A2C328F7C6}" type="pres">
      <dgm:prSet presAssocID="{2DD54C35-C3F3-4914-BD0A-5C0ED3F5BCDF}" presName="parentLeftMargin" presStyleLbl="node1" presStyleIdx="0" presStyleCnt="6"/>
      <dgm:spPr/>
    </dgm:pt>
    <dgm:pt modelId="{5244FC3F-B4B0-4851-97E0-BDE130DB56A0}" type="pres">
      <dgm:prSet presAssocID="{2DD54C35-C3F3-4914-BD0A-5C0ED3F5BCD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C9DA00D-D084-4C0B-BA6F-1A8EABA4C6F0}" type="pres">
      <dgm:prSet presAssocID="{2DD54C35-C3F3-4914-BD0A-5C0ED3F5BCDF}" presName="negativeSpace" presStyleCnt="0"/>
      <dgm:spPr/>
    </dgm:pt>
    <dgm:pt modelId="{9FB4D4BA-878E-4050-8A93-ADA569586634}" type="pres">
      <dgm:prSet presAssocID="{2DD54C35-C3F3-4914-BD0A-5C0ED3F5BCDF}" presName="childText" presStyleLbl="conFgAcc1" presStyleIdx="0" presStyleCnt="6">
        <dgm:presLayoutVars>
          <dgm:bulletEnabled val="1"/>
        </dgm:presLayoutVars>
      </dgm:prSet>
      <dgm:spPr/>
    </dgm:pt>
    <dgm:pt modelId="{4D32126D-8578-457C-B5DF-6C029816CBA1}" type="pres">
      <dgm:prSet presAssocID="{8028658C-0EB9-4B4F-BA76-4035CF1C2095}" presName="spaceBetweenRectangles" presStyleCnt="0"/>
      <dgm:spPr/>
    </dgm:pt>
    <dgm:pt modelId="{74589539-96E1-4088-BA5A-4DDB6FBCE0EB}" type="pres">
      <dgm:prSet presAssocID="{8C071206-5B2B-4012-96BD-E087E722F8CF}" presName="parentLin" presStyleCnt="0"/>
      <dgm:spPr/>
    </dgm:pt>
    <dgm:pt modelId="{4F377C90-0945-43E4-98D9-2F0F25DC0832}" type="pres">
      <dgm:prSet presAssocID="{8C071206-5B2B-4012-96BD-E087E722F8CF}" presName="parentLeftMargin" presStyleLbl="node1" presStyleIdx="0" presStyleCnt="6"/>
      <dgm:spPr/>
    </dgm:pt>
    <dgm:pt modelId="{709ECC33-3C6C-451A-BC74-03A432A7D738}" type="pres">
      <dgm:prSet presAssocID="{8C071206-5B2B-4012-96BD-E087E722F8C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FAA4DC4-2018-4573-86C0-9E49DB4D793E}" type="pres">
      <dgm:prSet presAssocID="{8C071206-5B2B-4012-96BD-E087E722F8CF}" presName="negativeSpace" presStyleCnt="0"/>
      <dgm:spPr/>
    </dgm:pt>
    <dgm:pt modelId="{AFCB0AA5-AB36-47AC-9222-B452A0BBD096}" type="pres">
      <dgm:prSet presAssocID="{8C071206-5B2B-4012-96BD-E087E722F8CF}" presName="childText" presStyleLbl="conFgAcc1" presStyleIdx="1" presStyleCnt="6">
        <dgm:presLayoutVars>
          <dgm:bulletEnabled val="1"/>
        </dgm:presLayoutVars>
      </dgm:prSet>
      <dgm:spPr/>
    </dgm:pt>
    <dgm:pt modelId="{4D17FF4A-0458-4894-A306-DDC1E2F1078F}" type="pres">
      <dgm:prSet presAssocID="{D2DC047F-700E-4951-8E07-FACE39789491}" presName="spaceBetweenRectangles" presStyleCnt="0"/>
      <dgm:spPr/>
    </dgm:pt>
    <dgm:pt modelId="{2D643B16-92B9-4348-8C62-1B461759D1DA}" type="pres">
      <dgm:prSet presAssocID="{F0C246F3-6A38-4BA3-BF85-6E041BB60FFB}" presName="parentLin" presStyleCnt="0"/>
      <dgm:spPr/>
    </dgm:pt>
    <dgm:pt modelId="{B8BD1E2B-6A09-4F16-91B1-5A012CE2451D}" type="pres">
      <dgm:prSet presAssocID="{F0C246F3-6A38-4BA3-BF85-6E041BB60FFB}" presName="parentLeftMargin" presStyleLbl="node1" presStyleIdx="1" presStyleCnt="6"/>
      <dgm:spPr/>
    </dgm:pt>
    <dgm:pt modelId="{0D8CB250-ABD7-4282-81A3-4BC0055BD534}" type="pres">
      <dgm:prSet presAssocID="{F0C246F3-6A38-4BA3-BF85-6E041BB60FF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98179D5-CF8A-499E-979F-80D6CFBE68B7}" type="pres">
      <dgm:prSet presAssocID="{F0C246F3-6A38-4BA3-BF85-6E041BB60FFB}" presName="negativeSpace" presStyleCnt="0"/>
      <dgm:spPr/>
    </dgm:pt>
    <dgm:pt modelId="{55093459-934A-4CEF-BB5C-9D1ECB27F5C8}" type="pres">
      <dgm:prSet presAssocID="{F0C246F3-6A38-4BA3-BF85-6E041BB60FFB}" presName="childText" presStyleLbl="conFgAcc1" presStyleIdx="2" presStyleCnt="6">
        <dgm:presLayoutVars>
          <dgm:bulletEnabled val="1"/>
        </dgm:presLayoutVars>
      </dgm:prSet>
      <dgm:spPr/>
    </dgm:pt>
    <dgm:pt modelId="{177C13DB-178D-4C28-B197-25AFA29CA475}" type="pres">
      <dgm:prSet presAssocID="{166C199F-E518-4F91-B616-75885B4CA28E}" presName="spaceBetweenRectangles" presStyleCnt="0"/>
      <dgm:spPr/>
    </dgm:pt>
    <dgm:pt modelId="{254AB688-B633-46A0-B139-4F07A040D5D4}" type="pres">
      <dgm:prSet presAssocID="{BB57CA6E-9C88-4C97-8AEB-7C963CE3058F}" presName="parentLin" presStyleCnt="0"/>
      <dgm:spPr/>
    </dgm:pt>
    <dgm:pt modelId="{7AA2D8D0-8079-4666-8E17-8464EDC8997D}" type="pres">
      <dgm:prSet presAssocID="{BB57CA6E-9C88-4C97-8AEB-7C963CE3058F}" presName="parentLeftMargin" presStyleLbl="node1" presStyleIdx="2" presStyleCnt="6"/>
      <dgm:spPr/>
    </dgm:pt>
    <dgm:pt modelId="{1F4AC5B1-5236-42E0-AA88-BF03EF727A73}" type="pres">
      <dgm:prSet presAssocID="{BB57CA6E-9C88-4C97-8AEB-7C963CE3058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58B9F15-53C2-4BB6-8474-24B1BDBA18BE}" type="pres">
      <dgm:prSet presAssocID="{BB57CA6E-9C88-4C97-8AEB-7C963CE3058F}" presName="negativeSpace" presStyleCnt="0"/>
      <dgm:spPr/>
    </dgm:pt>
    <dgm:pt modelId="{791173DB-8F80-4771-8107-3226D8AE4AE3}" type="pres">
      <dgm:prSet presAssocID="{BB57CA6E-9C88-4C97-8AEB-7C963CE3058F}" presName="childText" presStyleLbl="conFgAcc1" presStyleIdx="3" presStyleCnt="6">
        <dgm:presLayoutVars>
          <dgm:bulletEnabled val="1"/>
        </dgm:presLayoutVars>
      </dgm:prSet>
      <dgm:spPr/>
    </dgm:pt>
    <dgm:pt modelId="{0B065CF2-AC16-452B-9C68-366354DF68A3}" type="pres">
      <dgm:prSet presAssocID="{1562CA84-4D02-4D4C-AD7A-41048E3360F4}" presName="spaceBetweenRectangles" presStyleCnt="0"/>
      <dgm:spPr/>
    </dgm:pt>
    <dgm:pt modelId="{EE8AC64C-CC61-4C88-A6CE-505AA69585C1}" type="pres">
      <dgm:prSet presAssocID="{ADAA385D-5D48-439A-B086-4856E42C0139}" presName="parentLin" presStyleCnt="0"/>
      <dgm:spPr/>
    </dgm:pt>
    <dgm:pt modelId="{85D317D3-088E-4FC5-9961-E7F9D91F2B9A}" type="pres">
      <dgm:prSet presAssocID="{ADAA385D-5D48-439A-B086-4856E42C0139}" presName="parentLeftMargin" presStyleLbl="node1" presStyleIdx="3" presStyleCnt="6"/>
      <dgm:spPr/>
    </dgm:pt>
    <dgm:pt modelId="{12CA3601-AAF9-4BB8-9CCB-4DC7623E4AF3}" type="pres">
      <dgm:prSet presAssocID="{ADAA385D-5D48-439A-B086-4856E42C013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7062647-AD88-44DA-9527-DE5B1692702B}" type="pres">
      <dgm:prSet presAssocID="{ADAA385D-5D48-439A-B086-4856E42C0139}" presName="negativeSpace" presStyleCnt="0"/>
      <dgm:spPr/>
    </dgm:pt>
    <dgm:pt modelId="{A538B8FF-4893-4A65-B8F5-CD613B00FAC4}" type="pres">
      <dgm:prSet presAssocID="{ADAA385D-5D48-439A-B086-4856E42C0139}" presName="childText" presStyleLbl="conFgAcc1" presStyleIdx="4" presStyleCnt="6">
        <dgm:presLayoutVars>
          <dgm:bulletEnabled val="1"/>
        </dgm:presLayoutVars>
      </dgm:prSet>
      <dgm:spPr/>
    </dgm:pt>
    <dgm:pt modelId="{A650C035-C61F-423E-8127-7BEC1332455D}" type="pres">
      <dgm:prSet presAssocID="{826087E9-51BE-46BA-93EF-A9F64FBE5D74}" presName="spaceBetweenRectangles" presStyleCnt="0"/>
      <dgm:spPr/>
    </dgm:pt>
    <dgm:pt modelId="{ECE3345C-8D19-4037-A8C6-DEAF557F7322}" type="pres">
      <dgm:prSet presAssocID="{D79E1F5A-373D-484F-9727-BEE344026824}" presName="parentLin" presStyleCnt="0"/>
      <dgm:spPr/>
    </dgm:pt>
    <dgm:pt modelId="{FA1A1137-893C-42C7-9A04-52603960EE83}" type="pres">
      <dgm:prSet presAssocID="{D79E1F5A-373D-484F-9727-BEE344026824}" presName="parentLeftMargin" presStyleLbl="node1" presStyleIdx="4" presStyleCnt="6"/>
      <dgm:spPr/>
    </dgm:pt>
    <dgm:pt modelId="{B6C02085-0AFE-4C5D-86ED-CDDBB514AA3D}" type="pres">
      <dgm:prSet presAssocID="{D79E1F5A-373D-484F-9727-BEE344026824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0CD5704B-5966-41BA-8DCC-28D7488DA00C}" type="pres">
      <dgm:prSet presAssocID="{D79E1F5A-373D-484F-9727-BEE344026824}" presName="negativeSpace" presStyleCnt="0"/>
      <dgm:spPr/>
    </dgm:pt>
    <dgm:pt modelId="{508DEDDC-67D6-4059-B1DD-269FFE78D821}" type="pres">
      <dgm:prSet presAssocID="{D79E1F5A-373D-484F-9727-BEE344026824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58BBC202-D68E-4345-B97A-E57B741A3395}" srcId="{24F299C9-98B1-4169-981F-72DF25C6B687}" destId="{BB57CA6E-9C88-4C97-8AEB-7C963CE3058F}" srcOrd="3" destOrd="0" parTransId="{58F0A804-93AF-4EC7-B6CF-2FBC210A652E}" sibTransId="{1562CA84-4D02-4D4C-AD7A-41048E3360F4}"/>
    <dgm:cxn modelId="{6399C707-3610-487B-8798-5EEF53424E14}" srcId="{24F299C9-98B1-4169-981F-72DF25C6B687}" destId="{F0C246F3-6A38-4BA3-BF85-6E041BB60FFB}" srcOrd="2" destOrd="0" parTransId="{DCADF1CD-BEDB-4045-893D-F5B232E1BB2C}" sibTransId="{166C199F-E518-4F91-B616-75885B4CA28E}"/>
    <dgm:cxn modelId="{238AAA1A-7D9B-4FED-A482-55F5AEDE0931}" type="presOf" srcId="{D79E1F5A-373D-484F-9727-BEE344026824}" destId="{B6C02085-0AFE-4C5D-86ED-CDDBB514AA3D}" srcOrd="1" destOrd="0" presId="urn:microsoft.com/office/officeart/2005/8/layout/list1"/>
    <dgm:cxn modelId="{EC420C33-5606-4F81-AC9B-C004719AFE39}" srcId="{24F299C9-98B1-4169-981F-72DF25C6B687}" destId="{ADAA385D-5D48-439A-B086-4856E42C0139}" srcOrd="4" destOrd="0" parTransId="{6379AFE5-D590-45E5-9762-E6C07ED1F543}" sibTransId="{826087E9-51BE-46BA-93EF-A9F64FBE5D74}"/>
    <dgm:cxn modelId="{30FA1044-706F-451F-A3CC-A2841124C4DE}" type="presOf" srcId="{F0C246F3-6A38-4BA3-BF85-6E041BB60FFB}" destId="{B8BD1E2B-6A09-4F16-91B1-5A012CE2451D}" srcOrd="0" destOrd="0" presId="urn:microsoft.com/office/officeart/2005/8/layout/list1"/>
    <dgm:cxn modelId="{B5C27946-F8F6-4EEA-A991-9AD875DE1879}" type="presOf" srcId="{BB57CA6E-9C88-4C97-8AEB-7C963CE3058F}" destId="{7AA2D8D0-8079-4666-8E17-8464EDC8997D}" srcOrd="0" destOrd="0" presId="urn:microsoft.com/office/officeart/2005/8/layout/list1"/>
    <dgm:cxn modelId="{8DF08768-9878-4EA2-8CB5-B5E1B997ABD0}" type="presOf" srcId="{2DD54C35-C3F3-4914-BD0A-5C0ED3F5BCDF}" destId="{5244FC3F-B4B0-4851-97E0-BDE130DB56A0}" srcOrd="1" destOrd="0" presId="urn:microsoft.com/office/officeart/2005/8/layout/list1"/>
    <dgm:cxn modelId="{0DA26869-D54D-459F-8A7C-7424EA0C4FD0}" type="presOf" srcId="{D79E1F5A-373D-484F-9727-BEE344026824}" destId="{FA1A1137-893C-42C7-9A04-52603960EE83}" srcOrd="0" destOrd="0" presId="urn:microsoft.com/office/officeart/2005/8/layout/list1"/>
    <dgm:cxn modelId="{D816A06B-051B-4CCF-9731-9109DB5D4A47}" type="presOf" srcId="{F0C246F3-6A38-4BA3-BF85-6E041BB60FFB}" destId="{0D8CB250-ABD7-4282-81A3-4BC0055BD534}" srcOrd="1" destOrd="0" presId="urn:microsoft.com/office/officeart/2005/8/layout/list1"/>
    <dgm:cxn modelId="{50937E6E-B98D-4FEB-B597-DD0C844DCFE5}" type="presOf" srcId="{ADAA385D-5D48-439A-B086-4856E42C0139}" destId="{85D317D3-088E-4FC5-9961-E7F9D91F2B9A}" srcOrd="0" destOrd="0" presId="urn:microsoft.com/office/officeart/2005/8/layout/list1"/>
    <dgm:cxn modelId="{957B7559-0769-4785-B7F1-70E10693584A}" type="presOf" srcId="{8C071206-5B2B-4012-96BD-E087E722F8CF}" destId="{709ECC33-3C6C-451A-BC74-03A432A7D738}" srcOrd="1" destOrd="0" presId="urn:microsoft.com/office/officeart/2005/8/layout/list1"/>
    <dgm:cxn modelId="{5B45F779-6A51-4561-B16F-D6D9E725344B}" type="presOf" srcId="{BB57CA6E-9C88-4C97-8AEB-7C963CE3058F}" destId="{1F4AC5B1-5236-42E0-AA88-BF03EF727A73}" srcOrd="1" destOrd="0" presId="urn:microsoft.com/office/officeart/2005/8/layout/list1"/>
    <dgm:cxn modelId="{207CEB81-CBB6-4E74-B9D9-1DD50C4C284E}" type="presOf" srcId="{8C071206-5B2B-4012-96BD-E087E722F8CF}" destId="{4F377C90-0945-43E4-98D9-2F0F25DC0832}" srcOrd="0" destOrd="0" presId="urn:microsoft.com/office/officeart/2005/8/layout/list1"/>
    <dgm:cxn modelId="{02705085-56BB-4C21-8DF2-9A7747F128B1}" srcId="{24F299C9-98B1-4169-981F-72DF25C6B687}" destId="{D79E1F5A-373D-484F-9727-BEE344026824}" srcOrd="5" destOrd="0" parTransId="{8EA42852-23C4-4439-980E-6364FC79F50A}" sibTransId="{5683F659-986F-439A-A71A-9C2758BA2639}"/>
    <dgm:cxn modelId="{1797D293-876C-4BC8-B4C4-B1581213CF96}" type="presOf" srcId="{2DD54C35-C3F3-4914-BD0A-5C0ED3F5BCDF}" destId="{6FF70425-F125-4192-96FB-40A2C328F7C6}" srcOrd="0" destOrd="0" presId="urn:microsoft.com/office/officeart/2005/8/layout/list1"/>
    <dgm:cxn modelId="{995757A3-B8A8-4444-A5E5-221DB900B6AF}" type="presOf" srcId="{24F299C9-98B1-4169-981F-72DF25C6B687}" destId="{C3F5DB2B-3D8C-4DC4-9F10-F5F260C683A1}" srcOrd="0" destOrd="0" presId="urn:microsoft.com/office/officeart/2005/8/layout/list1"/>
    <dgm:cxn modelId="{5EE8BEB1-B27E-4B71-8A8C-6B1D4B3BB903}" srcId="{24F299C9-98B1-4169-981F-72DF25C6B687}" destId="{2DD54C35-C3F3-4914-BD0A-5C0ED3F5BCDF}" srcOrd="0" destOrd="0" parTransId="{A022F881-01A2-4A6C-9A65-829D7E2643DF}" sibTransId="{8028658C-0EB9-4B4F-BA76-4035CF1C2095}"/>
    <dgm:cxn modelId="{DCE486C3-90E5-42DE-AB98-10E9E6A4B936}" srcId="{24F299C9-98B1-4169-981F-72DF25C6B687}" destId="{8C071206-5B2B-4012-96BD-E087E722F8CF}" srcOrd="1" destOrd="0" parTransId="{4AEEAC58-5054-4987-B4D6-FDF3C26DEA83}" sibTransId="{D2DC047F-700E-4951-8E07-FACE39789491}"/>
    <dgm:cxn modelId="{8A0C8BC5-60AB-4602-8ED4-CA6E3798C870}" type="presOf" srcId="{ADAA385D-5D48-439A-B086-4856E42C0139}" destId="{12CA3601-AAF9-4BB8-9CCB-4DC7623E4AF3}" srcOrd="1" destOrd="0" presId="urn:microsoft.com/office/officeart/2005/8/layout/list1"/>
    <dgm:cxn modelId="{D58348D5-CEC3-413E-8DC2-6E9EADDCBF2A}" type="presParOf" srcId="{C3F5DB2B-3D8C-4DC4-9F10-F5F260C683A1}" destId="{929F0CAD-C0E9-47E4-88A9-7C1F1F2BA08C}" srcOrd="0" destOrd="0" presId="urn:microsoft.com/office/officeart/2005/8/layout/list1"/>
    <dgm:cxn modelId="{D5894DE9-54DB-4C78-8883-D37D5787746F}" type="presParOf" srcId="{929F0CAD-C0E9-47E4-88A9-7C1F1F2BA08C}" destId="{6FF70425-F125-4192-96FB-40A2C328F7C6}" srcOrd="0" destOrd="0" presId="urn:microsoft.com/office/officeart/2005/8/layout/list1"/>
    <dgm:cxn modelId="{238BF533-6AF2-482A-B94D-3B518A8ABBF5}" type="presParOf" srcId="{929F0CAD-C0E9-47E4-88A9-7C1F1F2BA08C}" destId="{5244FC3F-B4B0-4851-97E0-BDE130DB56A0}" srcOrd="1" destOrd="0" presId="urn:microsoft.com/office/officeart/2005/8/layout/list1"/>
    <dgm:cxn modelId="{C0A2C971-1F70-4FBA-8781-0B75167EC3BE}" type="presParOf" srcId="{C3F5DB2B-3D8C-4DC4-9F10-F5F260C683A1}" destId="{CC9DA00D-D084-4C0B-BA6F-1A8EABA4C6F0}" srcOrd="1" destOrd="0" presId="urn:microsoft.com/office/officeart/2005/8/layout/list1"/>
    <dgm:cxn modelId="{AC2BBDC1-DA81-4B23-9367-86720E809DBF}" type="presParOf" srcId="{C3F5DB2B-3D8C-4DC4-9F10-F5F260C683A1}" destId="{9FB4D4BA-878E-4050-8A93-ADA569586634}" srcOrd="2" destOrd="0" presId="urn:microsoft.com/office/officeart/2005/8/layout/list1"/>
    <dgm:cxn modelId="{A717E592-5ADA-4A1F-8C66-51AB6518E098}" type="presParOf" srcId="{C3F5DB2B-3D8C-4DC4-9F10-F5F260C683A1}" destId="{4D32126D-8578-457C-B5DF-6C029816CBA1}" srcOrd="3" destOrd="0" presId="urn:microsoft.com/office/officeart/2005/8/layout/list1"/>
    <dgm:cxn modelId="{87DF45D7-8C8F-454B-BD21-52F7FD73F32F}" type="presParOf" srcId="{C3F5DB2B-3D8C-4DC4-9F10-F5F260C683A1}" destId="{74589539-96E1-4088-BA5A-4DDB6FBCE0EB}" srcOrd="4" destOrd="0" presId="urn:microsoft.com/office/officeart/2005/8/layout/list1"/>
    <dgm:cxn modelId="{43B08B84-265B-45A5-91B5-F5A428FFCAC3}" type="presParOf" srcId="{74589539-96E1-4088-BA5A-4DDB6FBCE0EB}" destId="{4F377C90-0945-43E4-98D9-2F0F25DC0832}" srcOrd="0" destOrd="0" presId="urn:microsoft.com/office/officeart/2005/8/layout/list1"/>
    <dgm:cxn modelId="{39F30D18-DE37-43A9-AC6A-29E5229A232C}" type="presParOf" srcId="{74589539-96E1-4088-BA5A-4DDB6FBCE0EB}" destId="{709ECC33-3C6C-451A-BC74-03A432A7D738}" srcOrd="1" destOrd="0" presId="urn:microsoft.com/office/officeart/2005/8/layout/list1"/>
    <dgm:cxn modelId="{E176E18A-8FAC-42BE-ACA6-44535944B335}" type="presParOf" srcId="{C3F5DB2B-3D8C-4DC4-9F10-F5F260C683A1}" destId="{EFAA4DC4-2018-4573-86C0-9E49DB4D793E}" srcOrd="5" destOrd="0" presId="urn:microsoft.com/office/officeart/2005/8/layout/list1"/>
    <dgm:cxn modelId="{4D22AF6B-E0AF-4B70-8820-C14E18E9CE7D}" type="presParOf" srcId="{C3F5DB2B-3D8C-4DC4-9F10-F5F260C683A1}" destId="{AFCB0AA5-AB36-47AC-9222-B452A0BBD096}" srcOrd="6" destOrd="0" presId="urn:microsoft.com/office/officeart/2005/8/layout/list1"/>
    <dgm:cxn modelId="{FFF7D599-FB22-4999-9B5D-565252B59050}" type="presParOf" srcId="{C3F5DB2B-3D8C-4DC4-9F10-F5F260C683A1}" destId="{4D17FF4A-0458-4894-A306-DDC1E2F1078F}" srcOrd="7" destOrd="0" presId="urn:microsoft.com/office/officeart/2005/8/layout/list1"/>
    <dgm:cxn modelId="{613896C2-9326-47A6-BE05-DEA2025198C8}" type="presParOf" srcId="{C3F5DB2B-3D8C-4DC4-9F10-F5F260C683A1}" destId="{2D643B16-92B9-4348-8C62-1B461759D1DA}" srcOrd="8" destOrd="0" presId="urn:microsoft.com/office/officeart/2005/8/layout/list1"/>
    <dgm:cxn modelId="{26FF182F-7E63-4F39-9941-BFDCA6672C4A}" type="presParOf" srcId="{2D643B16-92B9-4348-8C62-1B461759D1DA}" destId="{B8BD1E2B-6A09-4F16-91B1-5A012CE2451D}" srcOrd="0" destOrd="0" presId="urn:microsoft.com/office/officeart/2005/8/layout/list1"/>
    <dgm:cxn modelId="{9290CE35-E84F-49FE-BE89-A58363888E1A}" type="presParOf" srcId="{2D643B16-92B9-4348-8C62-1B461759D1DA}" destId="{0D8CB250-ABD7-4282-81A3-4BC0055BD534}" srcOrd="1" destOrd="0" presId="urn:microsoft.com/office/officeart/2005/8/layout/list1"/>
    <dgm:cxn modelId="{12F34FDB-E44D-4077-BF0C-4D9D59D32E45}" type="presParOf" srcId="{C3F5DB2B-3D8C-4DC4-9F10-F5F260C683A1}" destId="{B98179D5-CF8A-499E-979F-80D6CFBE68B7}" srcOrd="9" destOrd="0" presId="urn:microsoft.com/office/officeart/2005/8/layout/list1"/>
    <dgm:cxn modelId="{2688B5D5-8FEF-4F33-B4AA-5A27A5D1131E}" type="presParOf" srcId="{C3F5DB2B-3D8C-4DC4-9F10-F5F260C683A1}" destId="{55093459-934A-4CEF-BB5C-9D1ECB27F5C8}" srcOrd="10" destOrd="0" presId="urn:microsoft.com/office/officeart/2005/8/layout/list1"/>
    <dgm:cxn modelId="{663CDDE7-8079-4AEC-BAA0-2AE6A63AC7EB}" type="presParOf" srcId="{C3F5DB2B-3D8C-4DC4-9F10-F5F260C683A1}" destId="{177C13DB-178D-4C28-B197-25AFA29CA475}" srcOrd="11" destOrd="0" presId="urn:microsoft.com/office/officeart/2005/8/layout/list1"/>
    <dgm:cxn modelId="{419DEB23-3199-4627-B09E-867BC5FF0232}" type="presParOf" srcId="{C3F5DB2B-3D8C-4DC4-9F10-F5F260C683A1}" destId="{254AB688-B633-46A0-B139-4F07A040D5D4}" srcOrd="12" destOrd="0" presId="urn:microsoft.com/office/officeart/2005/8/layout/list1"/>
    <dgm:cxn modelId="{4E951137-2D0B-4B7D-A0DD-AC5F8DB9B2B2}" type="presParOf" srcId="{254AB688-B633-46A0-B139-4F07A040D5D4}" destId="{7AA2D8D0-8079-4666-8E17-8464EDC8997D}" srcOrd="0" destOrd="0" presId="urn:microsoft.com/office/officeart/2005/8/layout/list1"/>
    <dgm:cxn modelId="{2FF928E8-3F06-478E-AEDA-ACB33ADD060F}" type="presParOf" srcId="{254AB688-B633-46A0-B139-4F07A040D5D4}" destId="{1F4AC5B1-5236-42E0-AA88-BF03EF727A73}" srcOrd="1" destOrd="0" presId="urn:microsoft.com/office/officeart/2005/8/layout/list1"/>
    <dgm:cxn modelId="{7C875D77-B9FE-4BDA-8D2E-2D746A09CDC6}" type="presParOf" srcId="{C3F5DB2B-3D8C-4DC4-9F10-F5F260C683A1}" destId="{258B9F15-53C2-4BB6-8474-24B1BDBA18BE}" srcOrd="13" destOrd="0" presId="urn:microsoft.com/office/officeart/2005/8/layout/list1"/>
    <dgm:cxn modelId="{E0DEE1BD-4CEC-4471-9576-7ED3B74518FA}" type="presParOf" srcId="{C3F5DB2B-3D8C-4DC4-9F10-F5F260C683A1}" destId="{791173DB-8F80-4771-8107-3226D8AE4AE3}" srcOrd="14" destOrd="0" presId="urn:microsoft.com/office/officeart/2005/8/layout/list1"/>
    <dgm:cxn modelId="{0878E949-8EE8-484B-9AD4-3AD4536B040B}" type="presParOf" srcId="{C3F5DB2B-3D8C-4DC4-9F10-F5F260C683A1}" destId="{0B065CF2-AC16-452B-9C68-366354DF68A3}" srcOrd="15" destOrd="0" presId="urn:microsoft.com/office/officeart/2005/8/layout/list1"/>
    <dgm:cxn modelId="{3295188D-3E10-4EC4-9D3B-9404FC89851D}" type="presParOf" srcId="{C3F5DB2B-3D8C-4DC4-9F10-F5F260C683A1}" destId="{EE8AC64C-CC61-4C88-A6CE-505AA69585C1}" srcOrd="16" destOrd="0" presId="urn:microsoft.com/office/officeart/2005/8/layout/list1"/>
    <dgm:cxn modelId="{E30F82D2-0C80-4BAA-99B9-09F101C7BF2F}" type="presParOf" srcId="{EE8AC64C-CC61-4C88-A6CE-505AA69585C1}" destId="{85D317D3-088E-4FC5-9961-E7F9D91F2B9A}" srcOrd="0" destOrd="0" presId="urn:microsoft.com/office/officeart/2005/8/layout/list1"/>
    <dgm:cxn modelId="{41D6FA31-11EC-47A8-85F4-E2E69C5A418C}" type="presParOf" srcId="{EE8AC64C-CC61-4C88-A6CE-505AA69585C1}" destId="{12CA3601-AAF9-4BB8-9CCB-4DC7623E4AF3}" srcOrd="1" destOrd="0" presId="urn:microsoft.com/office/officeart/2005/8/layout/list1"/>
    <dgm:cxn modelId="{2D36FD80-386C-4DAE-9231-E5A8F6E8810F}" type="presParOf" srcId="{C3F5DB2B-3D8C-4DC4-9F10-F5F260C683A1}" destId="{97062647-AD88-44DA-9527-DE5B1692702B}" srcOrd="17" destOrd="0" presId="urn:microsoft.com/office/officeart/2005/8/layout/list1"/>
    <dgm:cxn modelId="{4A138FB4-6EC1-475F-A421-FB45BFABE1BD}" type="presParOf" srcId="{C3F5DB2B-3D8C-4DC4-9F10-F5F260C683A1}" destId="{A538B8FF-4893-4A65-B8F5-CD613B00FAC4}" srcOrd="18" destOrd="0" presId="urn:microsoft.com/office/officeart/2005/8/layout/list1"/>
    <dgm:cxn modelId="{659D76A8-6027-476F-8CE3-5804F2B475E0}" type="presParOf" srcId="{C3F5DB2B-3D8C-4DC4-9F10-F5F260C683A1}" destId="{A650C035-C61F-423E-8127-7BEC1332455D}" srcOrd="19" destOrd="0" presId="urn:microsoft.com/office/officeart/2005/8/layout/list1"/>
    <dgm:cxn modelId="{E624F936-C5E6-4CAC-BE0B-C9B5A9217E8F}" type="presParOf" srcId="{C3F5DB2B-3D8C-4DC4-9F10-F5F260C683A1}" destId="{ECE3345C-8D19-4037-A8C6-DEAF557F7322}" srcOrd="20" destOrd="0" presId="urn:microsoft.com/office/officeart/2005/8/layout/list1"/>
    <dgm:cxn modelId="{C4253580-99F5-437C-9024-08D792D8183E}" type="presParOf" srcId="{ECE3345C-8D19-4037-A8C6-DEAF557F7322}" destId="{FA1A1137-893C-42C7-9A04-52603960EE83}" srcOrd="0" destOrd="0" presId="urn:microsoft.com/office/officeart/2005/8/layout/list1"/>
    <dgm:cxn modelId="{4271FBC8-30EE-4F74-ADCE-6C7C7FAE3DC4}" type="presParOf" srcId="{ECE3345C-8D19-4037-A8C6-DEAF557F7322}" destId="{B6C02085-0AFE-4C5D-86ED-CDDBB514AA3D}" srcOrd="1" destOrd="0" presId="urn:microsoft.com/office/officeart/2005/8/layout/list1"/>
    <dgm:cxn modelId="{56266FEC-D220-4129-92A1-255269B64C66}" type="presParOf" srcId="{C3F5DB2B-3D8C-4DC4-9F10-F5F260C683A1}" destId="{0CD5704B-5966-41BA-8DCC-28D7488DA00C}" srcOrd="21" destOrd="0" presId="urn:microsoft.com/office/officeart/2005/8/layout/list1"/>
    <dgm:cxn modelId="{FE53E3AD-2715-4976-9C9D-52E453A551B1}" type="presParOf" srcId="{C3F5DB2B-3D8C-4DC4-9F10-F5F260C683A1}" destId="{508DEDDC-67D6-4059-B1DD-269FFE78D821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D4295C-6826-4E37-85BA-A55B485B017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D0F663-F563-44C3-8EA4-75081FA97670}">
      <dgm:prSet/>
      <dgm:spPr/>
      <dgm:t>
        <a:bodyPr/>
        <a:lstStyle/>
        <a:p>
          <a:r>
            <a:rPr lang="en-US"/>
            <a:t>Assign permissions to roles, not users.</a:t>
          </a:r>
        </a:p>
      </dgm:t>
    </dgm:pt>
    <dgm:pt modelId="{597A86F7-A0DA-471E-AE30-E6383A988E1D}" type="parTrans" cxnId="{703C9C9D-4772-4FB1-A5AE-69BEE542A62A}">
      <dgm:prSet/>
      <dgm:spPr/>
      <dgm:t>
        <a:bodyPr/>
        <a:lstStyle/>
        <a:p>
          <a:endParaRPr lang="en-US"/>
        </a:p>
      </dgm:t>
    </dgm:pt>
    <dgm:pt modelId="{5DBE1E0F-CC78-422E-B4EE-C8F1CA3987C6}" type="sibTrans" cxnId="{703C9C9D-4772-4FB1-A5AE-69BEE542A62A}">
      <dgm:prSet/>
      <dgm:spPr/>
      <dgm:t>
        <a:bodyPr/>
        <a:lstStyle/>
        <a:p>
          <a:endParaRPr lang="en-US"/>
        </a:p>
      </dgm:t>
    </dgm:pt>
    <dgm:pt modelId="{545B25CA-D85A-4273-9ECA-F635AB7494F3}">
      <dgm:prSet/>
      <dgm:spPr/>
      <dgm:t>
        <a:bodyPr/>
        <a:lstStyle/>
        <a:p>
          <a:r>
            <a:rPr lang="en-US"/>
            <a:t>Improves scalability, reduces errors, ensures compliance.</a:t>
          </a:r>
        </a:p>
      </dgm:t>
    </dgm:pt>
    <dgm:pt modelId="{FCFD8954-D1D9-495C-A935-84D2FDAA74F2}" type="parTrans" cxnId="{EB2ED2EE-1300-4128-92D6-823C7F0CBDEF}">
      <dgm:prSet/>
      <dgm:spPr/>
      <dgm:t>
        <a:bodyPr/>
        <a:lstStyle/>
        <a:p>
          <a:endParaRPr lang="en-US"/>
        </a:p>
      </dgm:t>
    </dgm:pt>
    <dgm:pt modelId="{CD7BD9D8-5A44-4280-9668-7825A192C86E}" type="sibTrans" cxnId="{EB2ED2EE-1300-4128-92D6-823C7F0CBDEF}">
      <dgm:prSet/>
      <dgm:spPr/>
      <dgm:t>
        <a:bodyPr/>
        <a:lstStyle/>
        <a:p>
          <a:endParaRPr lang="en-US"/>
        </a:p>
      </dgm:t>
    </dgm:pt>
    <dgm:pt modelId="{C0822A9B-09A5-45A9-AB45-1D7BEB290DC1}" type="pres">
      <dgm:prSet presAssocID="{56D4295C-6826-4E37-85BA-A55B485B0175}" presName="root" presStyleCnt="0">
        <dgm:presLayoutVars>
          <dgm:dir/>
          <dgm:resizeHandles val="exact"/>
        </dgm:presLayoutVars>
      </dgm:prSet>
      <dgm:spPr/>
    </dgm:pt>
    <dgm:pt modelId="{7C7E7C94-269E-4271-9424-6B53D683C1D9}" type="pres">
      <dgm:prSet presAssocID="{A6D0F663-F563-44C3-8EA4-75081FA97670}" presName="compNode" presStyleCnt="0"/>
      <dgm:spPr/>
    </dgm:pt>
    <dgm:pt modelId="{3D243E03-6A5F-437A-957F-FF60D6FB093D}" type="pres">
      <dgm:prSet presAssocID="{A6D0F663-F563-44C3-8EA4-75081FA9767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missions"/>
        </a:ext>
      </dgm:extLst>
    </dgm:pt>
    <dgm:pt modelId="{4A330829-B9B4-45DF-8FF8-117A40348423}" type="pres">
      <dgm:prSet presAssocID="{A6D0F663-F563-44C3-8EA4-75081FA97670}" presName="spaceRect" presStyleCnt="0"/>
      <dgm:spPr/>
    </dgm:pt>
    <dgm:pt modelId="{6EA34C99-5164-440B-AF46-F5372706DE24}" type="pres">
      <dgm:prSet presAssocID="{A6D0F663-F563-44C3-8EA4-75081FA97670}" presName="textRect" presStyleLbl="revTx" presStyleIdx="0" presStyleCnt="2">
        <dgm:presLayoutVars>
          <dgm:chMax val="1"/>
          <dgm:chPref val="1"/>
        </dgm:presLayoutVars>
      </dgm:prSet>
      <dgm:spPr/>
    </dgm:pt>
    <dgm:pt modelId="{F909C253-6F9F-4AF6-96E7-9FA5EDC88DA9}" type="pres">
      <dgm:prSet presAssocID="{5DBE1E0F-CC78-422E-B4EE-C8F1CA3987C6}" presName="sibTrans" presStyleCnt="0"/>
      <dgm:spPr/>
    </dgm:pt>
    <dgm:pt modelId="{81193F2D-F444-4092-91ED-21CF405E14B3}" type="pres">
      <dgm:prSet presAssocID="{545B25CA-D85A-4273-9ECA-F635AB7494F3}" presName="compNode" presStyleCnt="0"/>
      <dgm:spPr/>
    </dgm:pt>
    <dgm:pt modelId="{021F7466-B322-4EB2-AAAF-26F3993FD29E}" type="pres">
      <dgm:prSet presAssocID="{545B25CA-D85A-4273-9ECA-F635AB7494F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ror"/>
        </a:ext>
      </dgm:extLst>
    </dgm:pt>
    <dgm:pt modelId="{380DEAA3-0A19-4EE8-9C6D-8150ADBC5FA3}" type="pres">
      <dgm:prSet presAssocID="{545B25CA-D85A-4273-9ECA-F635AB7494F3}" presName="spaceRect" presStyleCnt="0"/>
      <dgm:spPr/>
    </dgm:pt>
    <dgm:pt modelId="{B634AD12-2FB1-4527-B77E-6A115A70CE5D}" type="pres">
      <dgm:prSet presAssocID="{545B25CA-D85A-4273-9ECA-F635AB7494F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5425048-3A6E-4BC5-84EB-95D77C897667}" type="presOf" srcId="{545B25CA-D85A-4273-9ECA-F635AB7494F3}" destId="{B634AD12-2FB1-4527-B77E-6A115A70CE5D}" srcOrd="0" destOrd="0" presId="urn:microsoft.com/office/officeart/2018/2/layout/IconLabelList"/>
    <dgm:cxn modelId="{703C9C9D-4772-4FB1-A5AE-69BEE542A62A}" srcId="{56D4295C-6826-4E37-85BA-A55B485B0175}" destId="{A6D0F663-F563-44C3-8EA4-75081FA97670}" srcOrd="0" destOrd="0" parTransId="{597A86F7-A0DA-471E-AE30-E6383A988E1D}" sibTransId="{5DBE1E0F-CC78-422E-B4EE-C8F1CA3987C6}"/>
    <dgm:cxn modelId="{79463DA9-38C5-4867-B7E4-93483147FC14}" type="presOf" srcId="{A6D0F663-F563-44C3-8EA4-75081FA97670}" destId="{6EA34C99-5164-440B-AF46-F5372706DE24}" srcOrd="0" destOrd="0" presId="urn:microsoft.com/office/officeart/2018/2/layout/IconLabelList"/>
    <dgm:cxn modelId="{4FDEF7E8-5EDD-4F24-BC90-1BACBE130A74}" type="presOf" srcId="{56D4295C-6826-4E37-85BA-A55B485B0175}" destId="{C0822A9B-09A5-45A9-AB45-1D7BEB290DC1}" srcOrd="0" destOrd="0" presId="urn:microsoft.com/office/officeart/2018/2/layout/IconLabelList"/>
    <dgm:cxn modelId="{EB2ED2EE-1300-4128-92D6-823C7F0CBDEF}" srcId="{56D4295C-6826-4E37-85BA-A55B485B0175}" destId="{545B25CA-D85A-4273-9ECA-F635AB7494F3}" srcOrd="1" destOrd="0" parTransId="{FCFD8954-D1D9-495C-A935-84D2FDAA74F2}" sibTransId="{CD7BD9D8-5A44-4280-9668-7825A192C86E}"/>
    <dgm:cxn modelId="{A8E70045-3C4A-4286-9D82-94671793DF02}" type="presParOf" srcId="{C0822A9B-09A5-45A9-AB45-1D7BEB290DC1}" destId="{7C7E7C94-269E-4271-9424-6B53D683C1D9}" srcOrd="0" destOrd="0" presId="urn:microsoft.com/office/officeart/2018/2/layout/IconLabelList"/>
    <dgm:cxn modelId="{CA373C49-B7B4-4E01-A2D1-0CFA5C2A95F4}" type="presParOf" srcId="{7C7E7C94-269E-4271-9424-6B53D683C1D9}" destId="{3D243E03-6A5F-437A-957F-FF60D6FB093D}" srcOrd="0" destOrd="0" presId="urn:microsoft.com/office/officeart/2018/2/layout/IconLabelList"/>
    <dgm:cxn modelId="{FDCE054A-523A-442A-B82F-7EDEA2B78551}" type="presParOf" srcId="{7C7E7C94-269E-4271-9424-6B53D683C1D9}" destId="{4A330829-B9B4-45DF-8FF8-117A40348423}" srcOrd="1" destOrd="0" presId="urn:microsoft.com/office/officeart/2018/2/layout/IconLabelList"/>
    <dgm:cxn modelId="{FFBC7A5E-AF5F-4C1E-A568-58A6665B2097}" type="presParOf" srcId="{7C7E7C94-269E-4271-9424-6B53D683C1D9}" destId="{6EA34C99-5164-440B-AF46-F5372706DE24}" srcOrd="2" destOrd="0" presId="urn:microsoft.com/office/officeart/2018/2/layout/IconLabelList"/>
    <dgm:cxn modelId="{74F8800F-5A0F-4406-9514-C2827379123C}" type="presParOf" srcId="{C0822A9B-09A5-45A9-AB45-1D7BEB290DC1}" destId="{F909C253-6F9F-4AF6-96E7-9FA5EDC88DA9}" srcOrd="1" destOrd="0" presId="urn:microsoft.com/office/officeart/2018/2/layout/IconLabelList"/>
    <dgm:cxn modelId="{2223C5C2-B2E8-4F8E-BE27-FF984918A8A9}" type="presParOf" srcId="{C0822A9B-09A5-45A9-AB45-1D7BEB290DC1}" destId="{81193F2D-F444-4092-91ED-21CF405E14B3}" srcOrd="2" destOrd="0" presId="urn:microsoft.com/office/officeart/2018/2/layout/IconLabelList"/>
    <dgm:cxn modelId="{3D661EFB-74ED-49F5-A5E8-25E91A11C960}" type="presParOf" srcId="{81193F2D-F444-4092-91ED-21CF405E14B3}" destId="{021F7466-B322-4EB2-AAAF-26F3993FD29E}" srcOrd="0" destOrd="0" presId="urn:microsoft.com/office/officeart/2018/2/layout/IconLabelList"/>
    <dgm:cxn modelId="{92DF20E5-50BD-480D-B1BB-93E7BCAE057C}" type="presParOf" srcId="{81193F2D-F444-4092-91ED-21CF405E14B3}" destId="{380DEAA3-0A19-4EE8-9C6D-8150ADBC5FA3}" srcOrd="1" destOrd="0" presId="urn:microsoft.com/office/officeart/2018/2/layout/IconLabelList"/>
    <dgm:cxn modelId="{BCA8CD01-6E65-4732-BED5-B035AA2A526C}" type="presParOf" srcId="{81193F2D-F444-4092-91ED-21CF405E14B3}" destId="{B634AD12-2FB1-4527-B77E-6A115A70CE5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FF69D5-BCAA-4292-897A-8B1581CFA34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319A3A-3B2D-4723-BDA3-6991EA4D1441}">
      <dgm:prSet/>
      <dgm:spPr/>
      <dgm:t>
        <a:bodyPr/>
        <a:lstStyle/>
        <a:p>
          <a:r>
            <a:rPr lang="en-US" b="1"/>
            <a:t>Users, Roles, Permissions (URP):</a:t>
          </a:r>
          <a:r>
            <a:rPr lang="en-US"/>
            <a:t> The core triplet.</a:t>
          </a:r>
        </a:p>
      </dgm:t>
    </dgm:pt>
    <dgm:pt modelId="{E60345AA-3E2F-4A61-8FFD-462439EFEF4B}" type="parTrans" cxnId="{30160A08-637A-41E5-B8FB-64F78593C136}">
      <dgm:prSet/>
      <dgm:spPr/>
      <dgm:t>
        <a:bodyPr/>
        <a:lstStyle/>
        <a:p>
          <a:endParaRPr lang="en-US"/>
        </a:p>
      </dgm:t>
    </dgm:pt>
    <dgm:pt modelId="{82DB56AF-8757-45CA-AD13-8938BC02712E}" type="sibTrans" cxnId="{30160A08-637A-41E5-B8FB-64F78593C136}">
      <dgm:prSet/>
      <dgm:spPr/>
      <dgm:t>
        <a:bodyPr/>
        <a:lstStyle/>
        <a:p>
          <a:endParaRPr lang="en-US"/>
        </a:p>
      </dgm:t>
    </dgm:pt>
    <dgm:pt modelId="{25FE2194-5A2E-45BE-93E7-43978AF24896}">
      <dgm:prSet/>
      <dgm:spPr/>
      <dgm:t>
        <a:bodyPr/>
        <a:lstStyle/>
        <a:p>
          <a:r>
            <a:rPr lang="en-US" b="1"/>
            <a:t>Role Hierarchies (RH):</a:t>
          </a:r>
          <a:r>
            <a:rPr lang="en-US"/>
            <a:t> Roles can inherit permissions from other roles (e.g., a "Manager" inherits all permissions of an "Employee").</a:t>
          </a:r>
        </a:p>
      </dgm:t>
    </dgm:pt>
    <dgm:pt modelId="{A1A5B15E-DF49-424E-B19C-ABA5E0849079}" type="parTrans" cxnId="{4B777AB6-0FC9-46B1-8345-FEBF2751FED9}">
      <dgm:prSet/>
      <dgm:spPr/>
      <dgm:t>
        <a:bodyPr/>
        <a:lstStyle/>
        <a:p>
          <a:endParaRPr lang="en-US"/>
        </a:p>
      </dgm:t>
    </dgm:pt>
    <dgm:pt modelId="{7B393ECF-634B-4440-AF8A-E87CCB8F98FF}" type="sibTrans" cxnId="{4B777AB6-0FC9-46B1-8345-FEBF2751FED9}">
      <dgm:prSet/>
      <dgm:spPr/>
      <dgm:t>
        <a:bodyPr/>
        <a:lstStyle/>
        <a:p>
          <a:endParaRPr lang="en-US"/>
        </a:p>
      </dgm:t>
    </dgm:pt>
    <dgm:pt modelId="{737D3718-6C91-41C2-B696-28E1AE8F02ED}">
      <dgm:prSet/>
      <dgm:spPr/>
      <dgm:t>
        <a:bodyPr/>
        <a:lstStyle/>
        <a:p>
          <a:r>
            <a:rPr lang="en-US" b="1"/>
            <a:t>Constraints (C)</a:t>
          </a:r>
          <a:endParaRPr lang="en-US"/>
        </a:p>
      </dgm:t>
    </dgm:pt>
    <dgm:pt modelId="{126D288F-5646-4455-B337-CA9DB32E5176}" type="parTrans" cxnId="{974DCBF1-3DB7-41A6-A226-0BC623F18949}">
      <dgm:prSet/>
      <dgm:spPr/>
      <dgm:t>
        <a:bodyPr/>
        <a:lstStyle/>
        <a:p>
          <a:endParaRPr lang="en-US"/>
        </a:p>
      </dgm:t>
    </dgm:pt>
    <dgm:pt modelId="{A1FEDA2F-EF70-474A-A867-CBE6C29F755F}" type="sibTrans" cxnId="{974DCBF1-3DB7-41A6-A226-0BC623F18949}">
      <dgm:prSet/>
      <dgm:spPr/>
      <dgm:t>
        <a:bodyPr/>
        <a:lstStyle/>
        <a:p>
          <a:endParaRPr lang="en-US"/>
        </a:p>
      </dgm:t>
    </dgm:pt>
    <dgm:pt modelId="{F2F68564-4A7A-4213-AE4E-5F580FF3D533}" type="pres">
      <dgm:prSet presAssocID="{12FF69D5-BCAA-4292-897A-8B1581CFA347}" presName="vert0" presStyleCnt="0">
        <dgm:presLayoutVars>
          <dgm:dir/>
          <dgm:animOne val="branch"/>
          <dgm:animLvl val="lvl"/>
        </dgm:presLayoutVars>
      </dgm:prSet>
      <dgm:spPr/>
    </dgm:pt>
    <dgm:pt modelId="{B4DA1E45-A7D5-446F-876D-E7CE79AD982D}" type="pres">
      <dgm:prSet presAssocID="{29319A3A-3B2D-4723-BDA3-6991EA4D1441}" presName="thickLine" presStyleLbl="alignNode1" presStyleIdx="0" presStyleCnt="3"/>
      <dgm:spPr/>
    </dgm:pt>
    <dgm:pt modelId="{1E5F0DEA-CD6B-41F5-A772-76C7C2342D05}" type="pres">
      <dgm:prSet presAssocID="{29319A3A-3B2D-4723-BDA3-6991EA4D1441}" presName="horz1" presStyleCnt="0"/>
      <dgm:spPr/>
    </dgm:pt>
    <dgm:pt modelId="{E354CF87-CB62-4069-B165-906DE287BADD}" type="pres">
      <dgm:prSet presAssocID="{29319A3A-3B2D-4723-BDA3-6991EA4D1441}" presName="tx1" presStyleLbl="revTx" presStyleIdx="0" presStyleCnt="3"/>
      <dgm:spPr/>
    </dgm:pt>
    <dgm:pt modelId="{2B0B134D-6393-436E-8849-5D325500FDE7}" type="pres">
      <dgm:prSet presAssocID="{29319A3A-3B2D-4723-BDA3-6991EA4D1441}" presName="vert1" presStyleCnt="0"/>
      <dgm:spPr/>
    </dgm:pt>
    <dgm:pt modelId="{39A3B5BB-3238-412D-9C5A-0D9FD387CCDF}" type="pres">
      <dgm:prSet presAssocID="{25FE2194-5A2E-45BE-93E7-43978AF24896}" presName="thickLine" presStyleLbl="alignNode1" presStyleIdx="1" presStyleCnt="3"/>
      <dgm:spPr/>
    </dgm:pt>
    <dgm:pt modelId="{0C56B810-1DD8-4199-BDFE-95B76BB278FF}" type="pres">
      <dgm:prSet presAssocID="{25FE2194-5A2E-45BE-93E7-43978AF24896}" presName="horz1" presStyleCnt="0"/>
      <dgm:spPr/>
    </dgm:pt>
    <dgm:pt modelId="{8A5197B3-872B-4221-B87B-F105C560FBA3}" type="pres">
      <dgm:prSet presAssocID="{25FE2194-5A2E-45BE-93E7-43978AF24896}" presName="tx1" presStyleLbl="revTx" presStyleIdx="1" presStyleCnt="3"/>
      <dgm:spPr/>
    </dgm:pt>
    <dgm:pt modelId="{78297622-C7DD-450C-AA7C-6E374CD64ACB}" type="pres">
      <dgm:prSet presAssocID="{25FE2194-5A2E-45BE-93E7-43978AF24896}" presName="vert1" presStyleCnt="0"/>
      <dgm:spPr/>
    </dgm:pt>
    <dgm:pt modelId="{EEC7969A-7B10-419A-8C0F-524FA94CD14D}" type="pres">
      <dgm:prSet presAssocID="{737D3718-6C91-41C2-B696-28E1AE8F02ED}" presName="thickLine" presStyleLbl="alignNode1" presStyleIdx="2" presStyleCnt="3"/>
      <dgm:spPr/>
    </dgm:pt>
    <dgm:pt modelId="{9985211E-0D13-4312-97CF-C260FA2C09BA}" type="pres">
      <dgm:prSet presAssocID="{737D3718-6C91-41C2-B696-28E1AE8F02ED}" presName="horz1" presStyleCnt="0"/>
      <dgm:spPr/>
    </dgm:pt>
    <dgm:pt modelId="{3F3B6127-2748-4507-B995-D796B8B1B526}" type="pres">
      <dgm:prSet presAssocID="{737D3718-6C91-41C2-B696-28E1AE8F02ED}" presName="tx1" presStyleLbl="revTx" presStyleIdx="2" presStyleCnt="3"/>
      <dgm:spPr/>
    </dgm:pt>
    <dgm:pt modelId="{28631BD6-36DC-4F83-AD07-921361F882B0}" type="pres">
      <dgm:prSet presAssocID="{737D3718-6C91-41C2-B696-28E1AE8F02ED}" presName="vert1" presStyleCnt="0"/>
      <dgm:spPr/>
    </dgm:pt>
  </dgm:ptLst>
  <dgm:cxnLst>
    <dgm:cxn modelId="{30160A08-637A-41E5-B8FB-64F78593C136}" srcId="{12FF69D5-BCAA-4292-897A-8B1581CFA347}" destId="{29319A3A-3B2D-4723-BDA3-6991EA4D1441}" srcOrd="0" destOrd="0" parTransId="{E60345AA-3E2F-4A61-8FFD-462439EFEF4B}" sibTransId="{82DB56AF-8757-45CA-AD13-8938BC02712E}"/>
    <dgm:cxn modelId="{F2028563-2581-45AF-8CC9-BA00DE46B1D9}" type="presOf" srcId="{29319A3A-3B2D-4723-BDA3-6991EA4D1441}" destId="{E354CF87-CB62-4069-B165-906DE287BADD}" srcOrd="0" destOrd="0" presId="urn:microsoft.com/office/officeart/2008/layout/LinedList"/>
    <dgm:cxn modelId="{04B4A944-D964-4600-BAAE-6D366D4EC468}" type="presOf" srcId="{12FF69D5-BCAA-4292-897A-8B1581CFA347}" destId="{F2F68564-4A7A-4213-AE4E-5F580FF3D533}" srcOrd="0" destOrd="0" presId="urn:microsoft.com/office/officeart/2008/layout/LinedList"/>
    <dgm:cxn modelId="{F00E3996-8E42-4117-8F8C-2ACEEFAABAA5}" type="presOf" srcId="{737D3718-6C91-41C2-B696-28E1AE8F02ED}" destId="{3F3B6127-2748-4507-B995-D796B8B1B526}" srcOrd="0" destOrd="0" presId="urn:microsoft.com/office/officeart/2008/layout/LinedList"/>
    <dgm:cxn modelId="{4B777AB6-0FC9-46B1-8345-FEBF2751FED9}" srcId="{12FF69D5-BCAA-4292-897A-8B1581CFA347}" destId="{25FE2194-5A2E-45BE-93E7-43978AF24896}" srcOrd="1" destOrd="0" parTransId="{A1A5B15E-DF49-424E-B19C-ABA5E0849079}" sibTransId="{7B393ECF-634B-4440-AF8A-E87CCB8F98FF}"/>
    <dgm:cxn modelId="{30AF85DD-F9BD-4082-9750-C3B158781ABD}" type="presOf" srcId="{25FE2194-5A2E-45BE-93E7-43978AF24896}" destId="{8A5197B3-872B-4221-B87B-F105C560FBA3}" srcOrd="0" destOrd="0" presId="urn:microsoft.com/office/officeart/2008/layout/LinedList"/>
    <dgm:cxn modelId="{974DCBF1-3DB7-41A6-A226-0BC623F18949}" srcId="{12FF69D5-BCAA-4292-897A-8B1581CFA347}" destId="{737D3718-6C91-41C2-B696-28E1AE8F02ED}" srcOrd="2" destOrd="0" parTransId="{126D288F-5646-4455-B337-CA9DB32E5176}" sibTransId="{A1FEDA2F-EF70-474A-A867-CBE6C29F755F}"/>
    <dgm:cxn modelId="{FC4CB375-2419-4ABA-9902-1A45770EA079}" type="presParOf" srcId="{F2F68564-4A7A-4213-AE4E-5F580FF3D533}" destId="{B4DA1E45-A7D5-446F-876D-E7CE79AD982D}" srcOrd="0" destOrd="0" presId="urn:microsoft.com/office/officeart/2008/layout/LinedList"/>
    <dgm:cxn modelId="{6BF19F69-21AE-406B-AB57-A2E20E4F02AC}" type="presParOf" srcId="{F2F68564-4A7A-4213-AE4E-5F580FF3D533}" destId="{1E5F0DEA-CD6B-41F5-A772-76C7C2342D05}" srcOrd="1" destOrd="0" presId="urn:microsoft.com/office/officeart/2008/layout/LinedList"/>
    <dgm:cxn modelId="{679F8534-6631-42D1-ACAF-C7DDDC82C37E}" type="presParOf" srcId="{1E5F0DEA-CD6B-41F5-A772-76C7C2342D05}" destId="{E354CF87-CB62-4069-B165-906DE287BADD}" srcOrd="0" destOrd="0" presId="urn:microsoft.com/office/officeart/2008/layout/LinedList"/>
    <dgm:cxn modelId="{B534850E-F3F4-4A86-A232-2CBF33BB353C}" type="presParOf" srcId="{1E5F0DEA-CD6B-41F5-A772-76C7C2342D05}" destId="{2B0B134D-6393-436E-8849-5D325500FDE7}" srcOrd="1" destOrd="0" presId="urn:microsoft.com/office/officeart/2008/layout/LinedList"/>
    <dgm:cxn modelId="{9CAC9DC2-E8C9-406F-83C3-D7F400B2134F}" type="presParOf" srcId="{F2F68564-4A7A-4213-AE4E-5F580FF3D533}" destId="{39A3B5BB-3238-412D-9C5A-0D9FD387CCDF}" srcOrd="2" destOrd="0" presId="urn:microsoft.com/office/officeart/2008/layout/LinedList"/>
    <dgm:cxn modelId="{F8073634-9E12-44DE-8C48-5DB574A563A2}" type="presParOf" srcId="{F2F68564-4A7A-4213-AE4E-5F580FF3D533}" destId="{0C56B810-1DD8-4199-BDFE-95B76BB278FF}" srcOrd="3" destOrd="0" presId="urn:microsoft.com/office/officeart/2008/layout/LinedList"/>
    <dgm:cxn modelId="{9483F295-19FC-4527-88E6-FECFA1D51E7F}" type="presParOf" srcId="{0C56B810-1DD8-4199-BDFE-95B76BB278FF}" destId="{8A5197B3-872B-4221-B87B-F105C560FBA3}" srcOrd="0" destOrd="0" presId="urn:microsoft.com/office/officeart/2008/layout/LinedList"/>
    <dgm:cxn modelId="{373F8D01-488D-4C29-BA25-EF35D58F91FF}" type="presParOf" srcId="{0C56B810-1DD8-4199-BDFE-95B76BB278FF}" destId="{78297622-C7DD-450C-AA7C-6E374CD64ACB}" srcOrd="1" destOrd="0" presId="urn:microsoft.com/office/officeart/2008/layout/LinedList"/>
    <dgm:cxn modelId="{1B38ADC5-4DA5-4E4C-8A6B-B487B435D6B1}" type="presParOf" srcId="{F2F68564-4A7A-4213-AE4E-5F580FF3D533}" destId="{EEC7969A-7B10-419A-8C0F-524FA94CD14D}" srcOrd="4" destOrd="0" presId="urn:microsoft.com/office/officeart/2008/layout/LinedList"/>
    <dgm:cxn modelId="{11CFCA04-9BB8-4067-B132-0739EDF2C157}" type="presParOf" srcId="{F2F68564-4A7A-4213-AE4E-5F580FF3D533}" destId="{9985211E-0D13-4312-97CF-C260FA2C09BA}" srcOrd="5" destOrd="0" presId="urn:microsoft.com/office/officeart/2008/layout/LinedList"/>
    <dgm:cxn modelId="{88239623-A695-4004-B2A9-45F18FA01D0B}" type="presParOf" srcId="{9985211E-0D13-4312-97CF-C260FA2C09BA}" destId="{3F3B6127-2748-4507-B995-D796B8B1B526}" srcOrd="0" destOrd="0" presId="urn:microsoft.com/office/officeart/2008/layout/LinedList"/>
    <dgm:cxn modelId="{03E66645-D5D7-4251-8B6E-06A10DD55F71}" type="presParOf" srcId="{9985211E-0D13-4312-97CF-C260FA2C09BA}" destId="{28631BD6-36DC-4F83-AD07-921361F882B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EEA36C-5E0E-488F-A825-D786B55A0E6A}" type="doc">
      <dgm:prSet loTypeId="urn:microsoft.com/office/officeart/2005/8/layout/defaul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2123BAF-9DC0-4174-8A2E-09993643A6FC}">
      <dgm:prSet/>
      <dgm:spPr/>
      <dgm:t>
        <a:bodyPr/>
        <a:lstStyle/>
        <a:p>
          <a:r>
            <a:rPr lang="en-US"/>
            <a:t>Authentication: Who are you?</a:t>
          </a:r>
        </a:p>
      </dgm:t>
    </dgm:pt>
    <dgm:pt modelId="{EC3ACF96-A15E-4BD3-B66E-D06CAA251BC2}" type="parTrans" cxnId="{4BD47CCA-E7CE-4679-927B-8754937E5BC4}">
      <dgm:prSet/>
      <dgm:spPr/>
      <dgm:t>
        <a:bodyPr/>
        <a:lstStyle/>
        <a:p>
          <a:endParaRPr lang="en-US"/>
        </a:p>
      </dgm:t>
    </dgm:pt>
    <dgm:pt modelId="{CBC56099-1909-47FF-9CD1-A7AC4BB0AE5A}" type="sibTrans" cxnId="{4BD47CCA-E7CE-4679-927B-8754937E5BC4}">
      <dgm:prSet/>
      <dgm:spPr/>
      <dgm:t>
        <a:bodyPr/>
        <a:lstStyle/>
        <a:p>
          <a:endParaRPr lang="en-US"/>
        </a:p>
      </dgm:t>
    </dgm:pt>
    <dgm:pt modelId="{2D8520EC-807E-4DC7-98C6-A98FC9F8CA92}">
      <dgm:prSet/>
      <dgm:spPr/>
      <dgm:t>
        <a:bodyPr/>
        <a:lstStyle/>
        <a:p>
          <a:r>
            <a:rPr lang="en-US"/>
            <a:t>Authorization: What can you do?</a:t>
          </a:r>
        </a:p>
      </dgm:t>
    </dgm:pt>
    <dgm:pt modelId="{F7F37CDE-BC7B-40B9-BA1E-FACFA8C6186F}" type="parTrans" cxnId="{9B79595C-C673-4FCB-95AF-63AA2B3DDFC5}">
      <dgm:prSet/>
      <dgm:spPr/>
      <dgm:t>
        <a:bodyPr/>
        <a:lstStyle/>
        <a:p>
          <a:endParaRPr lang="en-US"/>
        </a:p>
      </dgm:t>
    </dgm:pt>
    <dgm:pt modelId="{B6107793-58FB-4C4F-B40F-91E9EC786E49}" type="sibTrans" cxnId="{9B79595C-C673-4FCB-95AF-63AA2B3DDFC5}">
      <dgm:prSet/>
      <dgm:spPr/>
      <dgm:t>
        <a:bodyPr/>
        <a:lstStyle/>
        <a:p>
          <a:endParaRPr lang="en-US"/>
        </a:p>
      </dgm:t>
    </dgm:pt>
    <dgm:pt modelId="{D6C00728-5D40-4260-9D4D-121CB0D762F3}">
      <dgm:prSet/>
      <dgm:spPr/>
      <dgm:t>
        <a:bodyPr/>
        <a:lstStyle/>
        <a:p>
          <a:r>
            <a:rPr lang="en-US"/>
            <a:t>Audit: What did you do?</a:t>
          </a:r>
        </a:p>
      </dgm:t>
    </dgm:pt>
    <dgm:pt modelId="{41C07C3E-8273-4FB8-8321-6C99AACE8B69}" type="parTrans" cxnId="{E7FECB01-7C54-49C8-8C1D-2EAB424D461E}">
      <dgm:prSet/>
      <dgm:spPr/>
      <dgm:t>
        <a:bodyPr/>
        <a:lstStyle/>
        <a:p>
          <a:endParaRPr lang="en-US"/>
        </a:p>
      </dgm:t>
    </dgm:pt>
    <dgm:pt modelId="{1FC4417E-302E-45F9-B5B5-32C12C525850}" type="sibTrans" cxnId="{E7FECB01-7C54-49C8-8C1D-2EAB424D461E}">
      <dgm:prSet/>
      <dgm:spPr/>
      <dgm:t>
        <a:bodyPr/>
        <a:lstStyle/>
        <a:p>
          <a:endParaRPr lang="en-US"/>
        </a:p>
      </dgm:t>
    </dgm:pt>
    <dgm:pt modelId="{67ADAC68-7D58-4124-8564-999A1218C34F}" type="pres">
      <dgm:prSet presAssocID="{C7EEA36C-5E0E-488F-A825-D786B55A0E6A}" presName="diagram" presStyleCnt="0">
        <dgm:presLayoutVars>
          <dgm:dir/>
          <dgm:resizeHandles val="exact"/>
        </dgm:presLayoutVars>
      </dgm:prSet>
      <dgm:spPr/>
    </dgm:pt>
    <dgm:pt modelId="{7416AF65-E611-43B9-9DFD-ADAAC351222F}" type="pres">
      <dgm:prSet presAssocID="{02123BAF-9DC0-4174-8A2E-09993643A6FC}" presName="node" presStyleLbl="node1" presStyleIdx="0" presStyleCnt="3">
        <dgm:presLayoutVars>
          <dgm:bulletEnabled val="1"/>
        </dgm:presLayoutVars>
      </dgm:prSet>
      <dgm:spPr/>
    </dgm:pt>
    <dgm:pt modelId="{CC31E528-7588-4B34-B548-6EC42E406FC7}" type="pres">
      <dgm:prSet presAssocID="{CBC56099-1909-47FF-9CD1-A7AC4BB0AE5A}" presName="sibTrans" presStyleCnt="0"/>
      <dgm:spPr/>
    </dgm:pt>
    <dgm:pt modelId="{563C4D16-8A61-463A-872F-87C6F79B08D3}" type="pres">
      <dgm:prSet presAssocID="{2D8520EC-807E-4DC7-98C6-A98FC9F8CA92}" presName="node" presStyleLbl="node1" presStyleIdx="1" presStyleCnt="3">
        <dgm:presLayoutVars>
          <dgm:bulletEnabled val="1"/>
        </dgm:presLayoutVars>
      </dgm:prSet>
      <dgm:spPr/>
    </dgm:pt>
    <dgm:pt modelId="{E2BD25FD-2FB0-47B8-8676-75E944D6014D}" type="pres">
      <dgm:prSet presAssocID="{B6107793-58FB-4C4F-B40F-91E9EC786E49}" presName="sibTrans" presStyleCnt="0"/>
      <dgm:spPr/>
    </dgm:pt>
    <dgm:pt modelId="{ACB067A8-30B2-444F-A36D-18732D05FB76}" type="pres">
      <dgm:prSet presAssocID="{D6C00728-5D40-4260-9D4D-121CB0D762F3}" presName="node" presStyleLbl="node1" presStyleIdx="2" presStyleCnt="3">
        <dgm:presLayoutVars>
          <dgm:bulletEnabled val="1"/>
        </dgm:presLayoutVars>
      </dgm:prSet>
      <dgm:spPr/>
    </dgm:pt>
  </dgm:ptLst>
  <dgm:cxnLst>
    <dgm:cxn modelId="{E7FECB01-7C54-49C8-8C1D-2EAB424D461E}" srcId="{C7EEA36C-5E0E-488F-A825-D786B55A0E6A}" destId="{D6C00728-5D40-4260-9D4D-121CB0D762F3}" srcOrd="2" destOrd="0" parTransId="{41C07C3E-8273-4FB8-8321-6C99AACE8B69}" sibTransId="{1FC4417E-302E-45F9-B5B5-32C12C525850}"/>
    <dgm:cxn modelId="{9B79595C-C673-4FCB-95AF-63AA2B3DDFC5}" srcId="{C7EEA36C-5E0E-488F-A825-D786B55A0E6A}" destId="{2D8520EC-807E-4DC7-98C6-A98FC9F8CA92}" srcOrd="1" destOrd="0" parTransId="{F7F37CDE-BC7B-40B9-BA1E-FACFA8C6186F}" sibTransId="{B6107793-58FB-4C4F-B40F-91E9EC786E49}"/>
    <dgm:cxn modelId="{6BF7AF74-9157-4069-9016-463727DD7477}" type="presOf" srcId="{02123BAF-9DC0-4174-8A2E-09993643A6FC}" destId="{7416AF65-E611-43B9-9DFD-ADAAC351222F}" srcOrd="0" destOrd="0" presId="urn:microsoft.com/office/officeart/2005/8/layout/default"/>
    <dgm:cxn modelId="{4BD47CCA-E7CE-4679-927B-8754937E5BC4}" srcId="{C7EEA36C-5E0E-488F-A825-D786B55A0E6A}" destId="{02123BAF-9DC0-4174-8A2E-09993643A6FC}" srcOrd="0" destOrd="0" parTransId="{EC3ACF96-A15E-4BD3-B66E-D06CAA251BC2}" sibTransId="{CBC56099-1909-47FF-9CD1-A7AC4BB0AE5A}"/>
    <dgm:cxn modelId="{4F0D57E1-BC21-43FC-9A0B-92E59DFE110E}" type="presOf" srcId="{D6C00728-5D40-4260-9D4D-121CB0D762F3}" destId="{ACB067A8-30B2-444F-A36D-18732D05FB76}" srcOrd="0" destOrd="0" presId="urn:microsoft.com/office/officeart/2005/8/layout/default"/>
    <dgm:cxn modelId="{4451FEF1-85F8-4326-8E27-B5FD42B54C12}" type="presOf" srcId="{2D8520EC-807E-4DC7-98C6-A98FC9F8CA92}" destId="{563C4D16-8A61-463A-872F-87C6F79B08D3}" srcOrd="0" destOrd="0" presId="urn:microsoft.com/office/officeart/2005/8/layout/default"/>
    <dgm:cxn modelId="{24C5A6FD-67DF-471D-928A-0678CA72486A}" type="presOf" srcId="{C7EEA36C-5E0E-488F-A825-D786B55A0E6A}" destId="{67ADAC68-7D58-4124-8564-999A1218C34F}" srcOrd="0" destOrd="0" presId="urn:microsoft.com/office/officeart/2005/8/layout/default"/>
    <dgm:cxn modelId="{07A1C9DE-AE1D-4B10-AB52-2E34CB9C0F72}" type="presParOf" srcId="{67ADAC68-7D58-4124-8564-999A1218C34F}" destId="{7416AF65-E611-43B9-9DFD-ADAAC351222F}" srcOrd="0" destOrd="0" presId="urn:microsoft.com/office/officeart/2005/8/layout/default"/>
    <dgm:cxn modelId="{95FF7EDC-8AF0-4C55-8246-2A4055F870DF}" type="presParOf" srcId="{67ADAC68-7D58-4124-8564-999A1218C34F}" destId="{CC31E528-7588-4B34-B548-6EC42E406FC7}" srcOrd="1" destOrd="0" presId="urn:microsoft.com/office/officeart/2005/8/layout/default"/>
    <dgm:cxn modelId="{885B8D6C-D03A-46FF-BF6C-7C401C19FFC1}" type="presParOf" srcId="{67ADAC68-7D58-4124-8564-999A1218C34F}" destId="{563C4D16-8A61-463A-872F-87C6F79B08D3}" srcOrd="2" destOrd="0" presId="urn:microsoft.com/office/officeart/2005/8/layout/default"/>
    <dgm:cxn modelId="{E4DB05BD-6D24-4D7D-A660-4BA717EA3661}" type="presParOf" srcId="{67ADAC68-7D58-4124-8564-999A1218C34F}" destId="{E2BD25FD-2FB0-47B8-8676-75E944D6014D}" srcOrd="3" destOrd="0" presId="urn:microsoft.com/office/officeart/2005/8/layout/default"/>
    <dgm:cxn modelId="{1001E1EE-50F3-418C-979D-E212F648E628}" type="presParOf" srcId="{67ADAC68-7D58-4124-8564-999A1218C34F}" destId="{ACB067A8-30B2-444F-A36D-18732D05FB7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B8FE202-F084-4EB7-B68C-3C59B2E3600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8DD9C37-1427-4F0E-B280-60D84B77953E}">
      <dgm:prSet/>
      <dgm:spPr/>
      <dgm:t>
        <a:bodyPr/>
        <a:lstStyle/>
        <a:p>
          <a:r>
            <a:rPr lang="en-US"/>
            <a:t>Super Admin: Full control</a:t>
          </a:r>
        </a:p>
      </dgm:t>
    </dgm:pt>
    <dgm:pt modelId="{BA635608-5C92-4E00-9F86-8EDAD4D473B0}" type="parTrans" cxnId="{694023CE-FD0C-44E8-A076-4D3117427EF1}">
      <dgm:prSet/>
      <dgm:spPr/>
      <dgm:t>
        <a:bodyPr/>
        <a:lstStyle/>
        <a:p>
          <a:endParaRPr lang="en-US"/>
        </a:p>
      </dgm:t>
    </dgm:pt>
    <dgm:pt modelId="{32E21A19-9D16-4C6F-899D-4B42C741294D}" type="sibTrans" cxnId="{694023CE-FD0C-44E8-A076-4D3117427EF1}">
      <dgm:prSet/>
      <dgm:spPr/>
      <dgm:t>
        <a:bodyPr/>
        <a:lstStyle/>
        <a:p>
          <a:endParaRPr lang="en-US"/>
        </a:p>
      </dgm:t>
    </dgm:pt>
    <dgm:pt modelId="{FA31CF51-5FC7-412E-9B90-9B4D7EFDE951}">
      <dgm:prSet/>
      <dgm:spPr/>
      <dgm:t>
        <a:bodyPr/>
        <a:lstStyle/>
        <a:p>
          <a:r>
            <a:rPr lang="en-US"/>
            <a:t>Admin: Manage teams</a:t>
          </a:r>
        </a:p>
      </dgm:t>
    </dgm:pt>
    <dgm:pt modelId="{EA2887CD-9B58-4B3E-A4B4-59746FDD7869}" type="parTrans" cxnId="{1B815FC9-B9E1-4C0B-9BB1-0E257937F1EC}">
      <dgm:prSet/>
      <dgm:spPr/>
      <dgm:t>
        <a:bodyPr/>
        <a:lstStyle/>
        <a:p>
          <a:endParaRPr lang="en-US"/>
        </a:p>
      </dgm:t>
    </dgm:pt>
    <dgm:pt modelId="{C593CC0D-C4DE-436E-8D9C-46E340AD9EEB}" type="sibTrans" cxnId="{1B815FC9-B9E1-4C0B-9BB1-0E257937F1EC}">
      <dgm:prSet/>
      <dgm:spPr/>
      <dgm:t>
        <a:bodyPr/>
        <a:lstStyle/>
        <a:p>
          <a:endParaRPr lang="en-US"/>
        </a:p>
      </dgm:t>
    </dgm:pt>
    <dgm:pt modelId="{E894DD0D-8B93-4799-A5C6-F2ADF90CD88D}">
      <dgm:prSet/>
      <dgm:spPr/>
      <dgm:t>
        <a:bodyPr/>
        <a:lstStyle/>
        <a:p>
          <a:r>
            <a:rPr lang="en-US"/>
            <a:t>User: Standard access</a:t>
          </a:r>
        </a:p>
      </dgm:t>
    </dgm:pt>
    <dgm:pt modelId="{98AA548B-D320-4D31-8C27-D783574DE255}" type="parTrans" cxnId="{DA3A455C-A608-4D38-8051-547EADDD9C62}">
      <dgm:prSet/>
      <dgm:spPr/>
      <dgm:t>
        <a:bodyPr/>
        <a:lstStyle/>
        <a:p>
          <a:endParaRPr lang="en-US"/>
        </a:p>
      </dgm:t>
    </dgm:pt>
    <dgm:pt modelId="{A799A7DD-4855-47C2-B33F-BC9DFDC14F19}" type="sibTrans" cxnId="{DA3A455C-A608-4D38-8051-547EADDD9C62}">
      <dgm:prSet/>
      <dgm:spPr/>
      <dgm:t>
        <a:bodyPr/>
        <a:lstStyle/>
        <a:p>
          <a:endParaRPr lang="en-US"/>
        </a:p>
      </dgm:t>
    </dgm:pt>
    <dgm:pt modelId="{602ECF31-03B0-435F-A04F-B663F86D321A}">
      <dgm:prSet/>
      <dgm:spPr/>
      <dgm:t>
        <a:bodyPr/>
        <a:lstStyle/>
        <a:p>
          <a:r>
            <a:rPr lang="en-US"/>
            <a:t>Viewer: Read-only</a:t>
          </a:r>
        </a:p>
      </dgm:t>
    </dgm:pt>
    <dgm:pt modelId="{DFE26E6D-7738-41F1-933F-58A1120E997F}" type="parTrans" cxnId="{62315C34-58BE-4D05-9BE3-757C021595D7}">
      <dgm:prSet/>
      <dgm:spPr/>
      <dgm:t>
        <a:bodyPr/>
        <a:lstStyle/>
        <a:p>
          <a:endParaRPr lang="en-US"/>
        </a:p>
      </dgm:t>
    </dgm:pt>
    <dgm:pt modelId="{9578BA4B-2590-42F4-BB96-4417C859E3E9}" type="sibTrans" cxnId="{62315C34-58BE-4D05-9BE3-757C021595D7}">
      <dgm:prSet/>
      <dgm:spPr/>
      <dgm:t>
        <a:bodyPr/>
        <a:lstStyle/>
        <a:p>
          <a:endParaRPr lang="en-US"/>
        </a:p>
      </dgm:t>
    </dgm:pt>
    <dgm:pt modelId="{BF990BD8-72A8-4C0D-85C0-899EE8CFE389}" type="pres">
      <dgm:prSet presAssocID="{BB8FE202-F084-4EB7-B68C-3C59B2E3600F}" presName="diagram" presStyleCnt="0">
        <dgm:presLayoutVars>
          <dgm:dir/>
          <dgm:resizeHandles val="exact"/>
        </dgm:presLayoutVars>
      </dgm:prSet>
      <dgm:spPr/>
    </dgm:pt>
    <dgm:pt modelId="{67C7C71E-3DA1-4042-BE01-28BC2B1F627E}" type="pres">
      <dgm:prSet presAssocID="{68DD9C37-1427-4F0E-B280-60D84B77953E}" presName="node" presStyleLbl="node1" presStyleIdx="0" presStyleCnt="4">
        <dgm:presLayoutVars>
          <dgm:bulletEnabled val="1"/>
        </dgm:presLayoutVars>
      </dgm:prSet>
      <dgm:spPr/>
    </dgm:pt>
    <dgm:pt modelId="{98DEAFF9-CC9F-4C23-8401-52554D7EE9B6}" type="pres">
      <dgm:prSet presAssocID="{32E21A19-9D16-4C6F-899D-4B42C741294D}" presName="sibTrans" presStyleCnt="0"/>
      <dgm:spPr/>
    </dgm:pt>
    <dgm:pt modelId="{6E052299-C2FB-4673-9413-AA469A532019}" type="pres">
      <dgm:prSet presAssocID="{FA31CF51-5FC7-412E-9B90-9B4D7EFDE951}" presName="node" presStyleLbl="node1" presStyleIdx="1" presStyleCnt="4">
        <dgm:presLayoutVars>
          <dgm:bulletEnabled val="1"/>
        </dgm:presLayoutVars>
      </dgm:prSet>
      <dgm:spPr/>
    </dgm:pt>
    <dgm:pt modelId="{41D8F426-A3B1-45F6-B665-A422AFF31A0C}" type="pres">
      <dgm:prSet presAssocID="{C593CC0D-C4DE-436E-8D9C-46E340AD9EEB}" presName="sibTrans" presStyleCnt="0"/>
      <dgm:spPr/>
    </dgm:pt>
    <dgm:pt modelId="{180481FC-56F8-4843-BB6D-68F44C25D980}" type="pres">
      <dgm:prSet presAssocID="{E894DD0D-8B93-4799-A5C6-F2ADF90CD88D}" presName="node" presStyleLbl="node1" presStyleIdx="2" presStyleCnt="4">
        <dgm:presLayoutVars>
          <dgm:bulletEnabled val="1"/>
        </dgm:presLayoutVars>
      </dgm:prSet>
      <dgm:spPr/>
    </dgm:pt>
    <dgm:pt modelId="{13355550-E412-4B59-99BE-E183C7FC29A6}" type="pres">
      <dgm:prSet presAssocID="{A799A7DD-4855-47C2-B33F-BC9DFDC14F19}" presName="sibTrans" presStyleCnt="0"/>
      <dgm:spPr/>
    </dgm:pt>
    <dgm:pt modelId="{0BFB1F0F-2873-4D20-B37A-5BFD42D6A6B0}" type="pres">
      <dgm:prSet presAssocID="{602ECF31-03B0-435F-A04F-B663F86D321A}" presName="node" presStyleLbl="node1" presStyleIdx="3" presStyleCnt="4">
        <dgm:presLayoutVars>
          <dgm:bulletEnabled val="1"/>
        </dgm:presLayoutVars>
      </dgm:prSet>
      <dgm:spPr/>
    </dgm:pt>
  </dgm:ptLst>
  <dgm:cxnLst>
    <dgm:cxn modelId="{978F171B-F4B9-469D-A354-084659493095}" type="presOf" srcId="{E894DD0D-8B93-4799-A5C6-F2ADF90CD88D}" destId="{180481FC-56F8-4843-BB6D-68F44C25D980}" srcOrd="0" destOrd="0" presId="urn:microsoft.com/office/officeart/2005/8/layout/default"/>
    <dgm:cxn modelId="{62315C34-58BE-4D05-9BE3-757C021595D7}" srcId="{BB8FE202-F084-4EB7-B68C-3C59B2E3600F}" destId="{602ECF31-03B0-435F-A04F-B663F86D321A}" srcOrd="3" destOrd="0" parTransId="{DFE26E6D-7738-41F1-933F-58A1120E997F}" sibTransId="{9578BA4B-2590-42F4-BB96-4417C859E3E9}"/>
    <dgm:cxn modelId="{DA3A455C-A608-4D38-8051-547EADDD9C62}" srcId="{BB8FE202-F084-4EB7-B68C-3C59B2E3600F}" destId="{E894DD0D-8B93-4799-A5C6-F2ADF90CD88D}" srcOrd="2" destOrd="0" parTransId="{98AA548B-D320-4D31-8C27-D783574DE255}" sibTransId="{A799A7DD-4855-47C2-B33F-BC9DFDC14F19}"/>
    <dgm:cxn modelId="{28D2597D-B0D9-4511-B59D-F2C864534189}" type="presOf" srcId="{FA31CF51-5FC7-412E-9B90-9B4D7EFDE951}" destId="{6E052299-C2FB-4673-9413-AA469A532019}" srcOrd="0" destOrd="0" presId="urn:microsoft.com/office/officeart/2005/8/layout/default"/>
    <dgm:cxn modelId="{FB8BBABC-1308-44A0-9948-78802C0DE89A}" type="presOf" srcId="{BB8FE202-F084-4EB7-B68C-3C59B2E3600F}" destId="{BF990BD8-72A8-4C0D-85C0-899EE8CFE389}" srcOrd="0" destOrd="0" presId="urn:microsoft.com/office/officeart/2005/8/layout/default"/>
    <dgm:cxn modelId="{1B815FC9-B9E1-4C0B-9BB1-0E257937F1EC}" srcId="{BB8FE202-F084-4EB7-B68C-3C59B2E3600F}" destId="{FA31CF51-5FC7-412E-9B90-9B4D7EFDE951}" srcOrd="1" destOrd="0" parTransId="{EA2887CD-9B58-4B3E-A4B4-59746FDD7869}" sibTransId="{C593CC0D-C4DE-436E-8D9C-46E340AD9EEB}"/>
    <dgm:cxn modelId="{694023CE-FD0C-44E8-A076-4D3117427EF1}" srcId="{BB8FE202-F084-4EB7-B68C-3C59B2E3600F}" destId="{68DD9C37-1427-4F0E-B280-60D84B77953E}" srcOrd="0" destOrd="0" parTransId="{BA635608-5C92-4E00-9F86-8EDAD4D473B0}" sibTransId="{32E21A19-9D16-4C6F-899D-4B42C741294D}"/>
    <dgm:cxn modelId="{BB6B3DD7-019F-411D-ADF5-502AD7136021}" type="presOf" srcId="{602ECF31-03B0-435F-A04F-B663F86D321A}" destId="{0BFB1F0F-2873-4D20-B37A-5BFD42D6A6B0}" srcOrd="0" destOrd="0" presId="urn:microsoft.com/office/officeart/2005/8/layout/default"/>
    <dgm:cxn modelId="{89CAF3FD-053D-42DE-A3B2-5C1DEC8040F2}" type="presOf" srcId="{68DD9C37-1427-4F0E-B280-60D84B77953E}" destId="{67C7C71E-3DA1-4042-BE01-28BC2B1F627E}" srcOrd="0" destOrd="0" presId="urn:microsoft.com/office/officeart/2005/8/layout/default"/>
    <dgm:cxn modelId="{07AE9175-5397-4039-B1AD-CE26B6EA159A}" type="presParOf" srcId="{BF990BD8-72A8-4C0D-85C0-899EE8CFE389}" destId="{67C7C71E-3DA1-4042-BE01-28BC2B1F627E}" srcOrd="0" destOrd="0" presId="urn:microsoft.com/office/officeart/2005/8/layout/default"/>
    <dgm:cxn modelId="{BBF9C6BC-1D72-4800-9D3A-04709E8BD7F6}" type="presParOf" srcId="{BF990BD8-72A8-4C0D-85C0-899EE8CFE389}" destId="{98DEAFF9-CC9F-4C23-8401-52554D7EE9B6}" srcOrd="1" destOrd="0" presId="urn:microsoft.com/office/officeart/2005/8/layout/default"/>
    <dgm:cxn modelId="{273F5ADD-9577-422A-8CF3-346DD2C38E8B}" type="presParOf" srcId="{BF990BD8-72A8-4C0D-85C0-899EE8CFE389}" destId="{6E052299-C2FB-4673-9413-AA469A532019}" srcOrd="2" destOrd="0" presId="urn:microsoft.com/office/officeart/2005/8/layout/default"/>
    <dgm:cxn modelId="{04B416B0-EC06-4542-B4C8-07A11D460D60}" type="presParOf" srcId="{BF990BD8-72A8-4C0D-85C0-899EE8CFE389}" destId="{41D8F426-A3B1-45F6-B665-A422AFF31A0C}" srcOrd="3" destOrd="0" presId="urn:microsoft.com/office/officeart/2005/8/layout/default"/>
    <dgm:cxn modelId="{4316EC9E-69C1-4E04-80B2-064ACE761D4E}" type="presParOf" srcId="{BF990BD8-72A8-4C0D-85C0-899EE8CFE389}" destId="{180481FC-56F8-4843-BB6D-68F44C25D980}" srcOrd="4" destOrd="0" presId="urn:microsoft.com/office/officeart/2005/8/layout/default"/>
    <dgm:cxn modelId="{979A53B8-E6A0-4990-B4F4-3255D88D4485}" type="presParOf" srcId="{BF990BD8-72A8-4C0D-85C0-899EE8CFE389}" destId="{13355550-E412-4B59-99BE-E183C7FC29A6}" srcOrd="5" destOrd="0" presId="urn:microsoft.com/office/officeart/2005/8/layout/default"/>
    <dgm:cxn modelId="{5B4CF3D1-72E9-4EAE-B5CF-768E219452D2}" type="presParOf" srcId="{BF990BD8-72A8-4C0D-85C0-899EE8CFE389}" destId="{0BFB1F0F-2873-4D20-B37A-5BFD42D6A6B0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B45D210-E6E8-4D77-9D77-0E61F782C91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90B395B-A62F-42A1-B31B-1D479418CF8A}">
      <dgm:prSet/>
      <dgm:spPr/>
      <dgm:t>
        <a:bodyPr/>
        <a:lstStyle/>
        <a:p>
          <a:pPr>
            <a:defRPr cap="all"/>
          </a:pPr>
          <a:r>
            <a:rPr lang="en-US"/>
            <a:t>Create, Read, Update, Delete</a:t>
          </a:r>
        </a:p>
      </dgm:t>
    </dgm:pt>
    <dgm:pt modelId="{8977380F-CA4F-4539-8803-0F088E07C340}" type="parTrans" cxnId="{D34924BD-0CFC-43BD-A73A-10B5FF0A9797}">
      <dgm:prSet/>
      <dgm:spPr/>
      <dgm:t>
        <a:bodyPr/>
        <a:lstStyle/>
        <a:p>
          <a:endParaRPr lang="en-US"/>
        </a:p>
      </dgm:t>
    </dgm:pt>
    <dgm:pt modelId="{2B58B0E7-D2A6-4FD1-A336-AFF5E78394FE}" type="sibTrans" cxnId="{D34924BD-0CFC-43BD-A73A-10B5FF0A9797}">
      <dgm:prSet/>
      <dgm:spPr/>
      <dgm:t>
        <a:bodyPr/>
        <a:lstStyle/>
        <a:p>
          <a:endParaRPr lang="en-US"/>
        </a:p>
      </dgm:t>
    </dgm:pt>
    <dgm:pt modelId="{C95DE6CA-F841-4677-B898-AF4A70E664BC}">
      <dgm:prSet/>
      <dgm:spPr/>
      <dgm:t>
        <a:bodyPr/>
        <a:lstStyle/>
        <a:p>
          <a:pPr>
            <a:defRPr cap="all"/>
          </a:pPr>
          <a:r>
            <a:rPr lang="en-US"/>
            <a:t>Every action falls into these categories.</a:t>
          </a:r>
        </a:p>
      </dgm:t>
    </dgm:pt>
    <dgm:pt modelId="{19B5A485-1457-4723-BB5E-0AE5A7DB6219}" type="parTrans" cxnId="{5F117944-E9A9-4621-B53C-7D15AA05BE84}">
      <dgm:prSet/>
      <dgm:spPr/>
      <dgm:t>
        <a:bodyPr/>
        <a:lstStyle/>
        <a:p>
          <a:endParaRPr lang="en-US"/>
        </a:p>
      </dgm:t>
    </dgm:pt>
    <dgm:pt modelId="{B1FFC979-B166-46CD-B9EB-A8513FA084CE}" type="sibTrans" cxnId="{5F117944-E9A9-4621-B53C-7D15AA05BE84}">
      <dgm:prSet/>
      <dgm:spPr/>
      <dgm:t>
        <a:bodyPr/>
        <a:lstStyle/>
        <a:p>
          <a:endParaRPr lang="en-US"/>
        </a:p>
      </dgm:t>
    </dgm:pt>
    <dgm:pt modelId="{D0F6EC40-EB9C-4A09-8B57-13639F9DFD18}" type="pres">
      <dgm:prSet presAssocID="{8B45D210-E6E8-4D77-9D77-0E61F782C919}" presName="root" presStyleCnt="0">
        <dgm:presLayoutVars>
          <dgm:dir/>
          <dgm:resizeHandles val="exact"/>
        </dgm:presLayoutVars>
      </dgm:prSet>
      <dgm:spPr/>
    </dgm:pt>
    <dgm:pt modelId="{8980297C-E5B4-49CD-96FA-D7E586E598FF}" type="pres">
      <dgm:prSet presAssocID="{190B395B-A62F-42A1-B31B-1D479418CF8A}" presName="compNode" presStyleCnt="0"/>
      <dgm:spPr/>
    </dgm:pt>
    <dgm:pt modelId="{E883CB67-55D4-4FE0-90C4-1C9725F37310}" type="pres">
      <dgm:prSet presAssocID="{190B395B-A62F-42A1-B31B-1D479418CF8A}" presName="iconBgRect" presStyleLbl="bgShp" presStyleIdx="0" presStyleCnt="2"/>
      <dgm:spPr/>
    </dgm:pt>
    <dgm:pt modelId="{B7CE40D8-BBE2-4EF4-94D2-0276B0F9B074}" type="pres">
      <dgm:prSet presAssocID="{190B395B-A62F-42A1-B31B-1D479418CF8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73B8E019-DD29-4D4A-9EED-C613BE97A3F5}" type="pres">
      <dgm:prSet presAssocID="{190B395B-A62F-42A1-B31B-1D479418CF8A}" presName="spaceRect" presStyleCnt="0"/>
      <dgm:spPr/>
    </dgm:pt>
    <dgm:pt modelId="{6B959281-2D10-4473-98AB-F011E208E32B}" type="pres">
      <dgm:prSet presAssocID="{190B395B-A62F-42A1-B31B-1D479418CF8A}" presName="textRect" presStyleLbl="revTx" presStyleIdx="0" presStyleCnt="2">
        <dgm:presLayoutVars>
          <dgm:chMax val="1"/>
          <dgm:chPref val="1"/>
        </dgm:presLayoutVars>
      </dgm:prSet>
      <dgm:spPr/>
    </dgm:pt>
    <dgm:pt modelId="{84600EAE-3681-49C6-9540-E2E9DBBDCF36}" type="pres">
      <dgm:prSet presAssocID="{2B58B0E7-D2A6-4FD1-A336-AFF5E78394FE}" presName="sibTrans" presStyleCnt="0"/>
      <dgm:spPr/>
    </dgm:pt>
    <dgm:pt modelId="{10A43F50-A179-49F4-82CE-AD028783283F}" type="pres">
      <dgm:prSet presAssocID="{C95DE6CA-F841-4677-B898-AF4A70E664BC}" presName="compNode" presStyleCnt="0"/>
      <dgm:spPr/>
    </dgm:pt>
    <dgm:pt modelId="{846CC41C-6A9B-44F2-9381-EDD63D2AB28E}" type="pres">
      <dgm:prSet presAssocID="{C95DE6CA-F841-4677-B898-AF4A70E664BC}" presName="iconBgRect" presStyleLbl="bgShp" presStyleIdx="1" presStyleCnt="2"/>
      <dgm:spPr/>
    </dgm:pt>
    <dgm:pt modelId="{60E0CFB5-66EF-448B-8174-F048E6F21D7D}" type="pres">
      <dgm:prSet presAssocID="{C95DE6CA-F841-4677-B898-AF4A70E664B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58E3998A-B297-41D3-A1F5-EFF42AF2D005}" type="pres">
      <dgm:prSet presAssocID="{C95DE6CA-F841-4677-B898-AF4A70E664BC}" presName="spaceRect" presStyleCnt="0"/>
      <dgm:spPr/>
    </dgm:pt>
    <dgm:pt modelId="{2F51C013-6B4A-48DB-A60C-7C099FE08F05}" type="pres">
      <dgm:prSet presAssocID="{C95DE6CA-F841-4677-B898-AF4A70E664B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F117944-E9A9-4621-B53C-7D15AA05BE84}" srcId="{8B45D210-E6E8-4D77-9D77-0E61F782C919}" destId="{C95DE6CA-F841-4677-B898-AF4A70E664BC}" srcOrd="1" destOrd="0" parTransId="{19B5A485-1457-4723-BB5E-0AE5A7DB6219}" sibTransId="{B1FFC979-B166-46CD-B9EB-A8513FA084CE}"/>
    <dgm:cxn modelId="{2E05428D-19C5-451B-BD72-23445B834460}" type="presOf" srcId="{190B395B-A62F-42A1-B31B-1D479418CF8A}" destId="{6B959281-2D10-4473-98AB-F011E208E32B}" srcOrd="0" destOrd="0" presId="urn:microsoft.com/office/officeart/2018/5/layout/IconCircleLabelList"/>
    <dgm:cxn modelId="{CA682B9C-FA01-4D28-8443-866807346898}" type="presOf" srcId="{C95DE6CA-F841-4677-B898-AF4A70E664BC}" destId="{2F51C013-6B4A-48DB-A60C-7C099FE08F05}" srcOrd="0" destOrd="0" presId="urn:microsoft.com/office/officeart/2018/5/layout/IconCircleLabelList"/>
    <dgm:cxn modelId="{B361B4A9-1439-4FD0-9E8C-794153FECB72}" type="presOf" srcId="{8B45D210-E6E8-4D77-9D77-0E61F782C919}" destId="{D0F6EC40-EB9C-4A09-8B57-13639F9DFD18}" srcOrd="0" destOrd="0" presId="urn:microsoft.com/office/officeart/2018/5/layout/IconCircleLabelList"/>
    <dgm:cxn modelId="{D34924BD-0CFC-43BD-A73A-10B5FF0A9797}" srcId="{8B45D210-E6E8-4D77-9D77-0E61F782C919}" destId="{190B395B-A62F-42A1-B31B-1D479418CF8A}" srcOrd="0" destOrd="0" parTransId="{8977380F-CA4F-4539-8803-0F088E07C340}" sibTransId="{2B58B0E7-D2A6-4FD1-A336-AFF5E78394FE}"/>
    <dgm:cxn modelId="{A2356D27-D868-4799-BCAE-AE780F38B2CE}" type="presParOf" srcId="{D0F6EC40-EB9C-4A09-8B57-13639F9DFD18}" destId="{8980297C-E5B4-49CD-96FA-D7E586E598FF}" srcOrd="0" destOrd="0" presId="urn:microsoft.com/office/officeart/2018/5/layout/IconCircleLabelList"/>
    <dgm:cxn modelId="{9104AE5D-0785-4F84-B011-06C030F433AE}" type="presParOf" srcId="{8980297C-E5B4-49CD-96FA-D7E586E598FF}" destId="{E883CB67-55D4-4FE0-90C4-1C9725F37310}" srcOrd="0" destOrd="0" presId="urn:microsoft.com/office/officeart/2018/5/layout/IconCircleLabelList"/>
    <dgm:cxn modelId="{9D77AC4E-6949-4FCE-A581-3D77821CFC6A}" type="presParOf" srcId="{8980297C-E5B4-49CD-96FA-D7E586E598FF}" destId="{B7CE40D8-BBE2-4EF4-94D2-0276B0F9B074}" srcOrd="1" destOrd="0" presId="urn:microsoft.com/office/officeart/2018/5/layout/IconCircleLabelList"/>
    <dgm:cxn modelId="{A519F10F-F31D-43EE-88CD-08D5782D520E}" type="presParOf" srcId="{8980297C-E5B4-49CD-96FA-D7E586E598FF}" destId="{73B8E019-DD29-4D4A-9EED-C613BE97A3F5}" srcOrd="2" destOrd="0" presId="urn:microsoft.com/office/officeart/2018/5/layout/IconCircleLabelList"/>
    <dgm:cxn modelId="{90133A67-D244-4C7C-9ED3-EA0A7A7D29F1}" type="presParOf" srcId="{8980297C-E5B4-49CD-96FA-D7E586E598FF}" destId="{6B959281-2D10-4473-98AB-F011E208E32B}" srcOrd="3" destOrd="0" presId="urn:microsoft.com/office/officeart/2018/5/layout/IconCircleLabelList"/>
    <dgm:cxn modelId="{4BD03961-9B63-48E1-BF96-699A8CEDA94B}" type="presParOf" srcId="{D0F6EC40-EB9C-4A09-8B57-13639F9DFD18}" destId="{84600EAE-3681-49C6-9540-E2E9DBBDCF36}" srcOrd="1" destOrd="0" presId="urn:microsoft.com/office/officeart/2018/5/layout/IconCircleLabelList"/>
    <dgm:cxn modelId="{E69C84B5-50A3-4DCC-AE34-62F76961D6A8}" type="presParOf" srcId="{D0F6EC40-EB9C-4A09-8B57-13639F9DFD18}" destId="{10A43F50-A179-49F4-82CE-AD028783283F}" srcOrd="2" destOrd="0" presId="urn:microsoft.com/office/officeart/2018/5/layout/IconCircleLabelList"/>
    <dgm:cxn modelId="{D5D052A3-02BE-4244-BA04-5BF5F4C52BFC}" type="presParOf" srcId="{10A43F50-A179-49F4-82CE-AD028783283F}" destId="{846CC41C-6A9B-44F2-9381-EDD63D2AB28E}" srcOrd="0" destOrd="0" presId="urn:microsoft.com/office/officeart/2018/5/layout/IconCircleLabelList"/>
    <dgm:cxn modelId="{AC6A985E-2AD7-4F67-8E07-98A928F414F0}" type="presParOf" srcId="{10A43F50-A179-49F4-82CE-AD028783283F}" destId="{60E0CFB5-66EF-448B-8174-F048E6F21D7D}" srcOrd="1" destOrd="0" presId="urn:microsoft.com/office/officeart/2018/5/layout/IconCircleLabelList"/>
    <dgm:cxn modelId="{A0A53CF3-123B-492F-B7E7-E1399EA3060F}" type="presParOf" srcId="{10A43F50-A179-49F4-82CE-AD028783283F}" destId="{58E3998A-B297-41D3-A1F5-EFF42AF2D005}" srcOrd="2" destOrd="0" presId="urn:microsoft.com/office/officeart/2018/5/layout/IconCircleLabelList"/>
    <dgm:cxn modelId="{3C0D4453-8A7B-4839-A943-410F14F361DF}" type="presParOf" srcId="{10A43F50-A179-49F4-82CE-AD028783283F}" destId="{2F51C013-6B4A-48DB-A60C-7C099FE08F0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1B41FCC-855E-4DC1-BCF4-C749F334B48D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1EF5E34-3202-43EA-B1D6-429D80272C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Own vs Any:</a:t>
          </a:r>
          <a:r>
            <a:rPr lang="en-US"/>
            <a:t> Distinguishes whether a user can act only on their own data or on all data within the system. </a:t>
          </a:r>
        </a:p>
      </dgm:t>
    </dgm:pt>
    <dgm:pt modelId="{90E61970-83FA-4C9A-9C6A-E995C91BC8B4}" type="parTrans" cxnId="{A2338B27-BFDE-4194-94E2-16AC0AEEED12}">
      <dgm:prSet/>
      <dgm:spPr/>
      <dgm:t>
        <a:bodyPr/>
        <a:lstStyle/>
        <a:p>
          <a:endParaRPr lang="en-US"/>
        </a:p>
      </dgm:t>
    </dgm:pt>
    <dgm:pt modelId="{4ACB31CB-A329-414C-B731-53CD663383A0}" type="sibTrans" cxnId="{A2338B27-BFDE-4194-94E2-16AC0AEEED12}">
      <dgm:prSet/>
      <dgm:spPr/>
      <dgm:t>
        <a:bodyPr/>
        <a:lstStyle/>
        <a:p>
          <a:endParaRPr lang="en-US"/>
        </a:p>
      </dgm:t>
    </dgm:pt>
    <dgm:pt modelId="{898BB30F-DB45-4C68-B88B-33D2EE1CA8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Field-level access:</a:t>
          </a:r>
          <a:r>
            <a:rPr lang="en-US"/>
            <a:t> Controls visibility or edit rights for individual fields within a record (e.g., salary visible only to HR).</a:t>
          </a:r>
        </a:p>
      </dgm:t>
    </dgm:pt>
    <dgm:pt modelId="{00C77BC7-3180-47D7-868C-59C805395AA9}" type="parTrans" cxnId="{E4C5F5EA-2B61-4741-9A87-C0EE1CFC8A72}">
      <dgm:prSet/>
      <dgm:spPr/>
      <dgm:t>
        <a:bodyPr/>
        <a:lstStyle/>
        <a:p>
          <a:endParaRPr lang="en-US"/>
        </a:p>
      </dgm:t>
    </dgm:pt>
    <dgm:pt modelId="{7AAA314E-2F79-4314-AE59-73BFE2F4A795}" type="sibTrans" cxnId="{E4C5F5EA-2B61-4741-9A87-C0EE1CFC8A72}">
      <dgm:prSet/>
      <dgm:spPr/>
      <dgm:t>
        <a:bodyPr/>
        <a:lstStyle/>
        <a:p>
          <a:endParaRPr lang="en-US"/>
        </a:p>
      </dgm:t>
    </dgm:pt>
    <dgm:pt modelId="{EF6F0D4F-2EB3-43BC-B232-478833B628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Context-based rules:</a:t>
          </a:r>
          <a:r>
            <a:rPr lang="en-US"/>
            <a:t> Dynamically adjusts permissions based on conditions like user role, time, location, or workflow state.</a:t>
          </a:r>
        </a:p>
      </dgm:t>
    </dgm:pt>
    <dgm:pt modelId="{C858BFA5-AF2C-4082-AE88-A7FF2E9A9ACE}" type="parTrans" cxnId="{8E8E1852-C126-4E62-A014-8AD909F8FFD3}">
      <dgm:prSet/>
      <dgm:spPr/>
      <dgm:t>
        <a:bodyPr/>
        <a:lstStyle/>
        <a:p>
          <a:endParaRPr lang="en-US"/>
        </a:p>
      </dgm:t>
    </dgm:pt>
    <dgm:pt modelId="{C78237DC-F903-4D06-A427-FF5732222C9A}" type="sibTrans" cxnId="{8E8E1852-C126-4E62-A014-8AD909F8FFD3}">
      <dgm:prSet/>
      <dgm:spPr/>
      <dgm:t>
        <a:bodyPr/>
        <a:lstStyle/>
        <a:p>
          <a:endParaRPr lang="en-US"/>
        </a:p>
      </dgm:t>
    </dgm:pt>
    <dgm:pt modelId="{9158C0D5-AE93-4E18-AA24-825DC36A4B21}" type="pres">
      <dgm:prSet presAssocID="{F1B41FCC-855E-4DC1-BCF4-C749F334B48D}" presName="root" presStyleCnt="0">
        <dgm:presLayoutVars>
          <dgm:dir/>
          <dgm:resizeHandles val="exact"/>
        </dgm:presLayoutVars>
      </dgm:prSet>
      <dgm:spPr/>
    </dgm:pt>
    <dgm:pt modelId="{8B1F01F3-539E-4624-8D65-13098799CD9A}" type="pres">
      <dgm:prSet presAssocID="{61EF5E34-3202-43EA-B1D6-429D80272C99}" presName="compNode" presStyleCnt="0"/>
      <dgm:spPr/>
    </dgm:pt>
    <dgm:pt modelId="{5064A5BB-BAD0-45BF-BFAA-9E28E95665F7}" type="pres">
      <dgm:prSet presAssocID="{61EF5E34-3202-43EA-B1D6-429D80272C99}" presName="bgRect" presStyleLbl="bgShp" presStyleIdx="0" presStyleCnt="3"/>
      <dgm:spPr/>
    </dgm:pt>
    <dgm:pt modelId="{5C43ED31-DF5D-491A-BDE4-7165D3C2AE8C}" type="pres">
      <dgm:prSet presAssocID="{61EF5E34-3202-43EA-B1D6-429D80272C9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F159E926-3A66-4906-89C9-C593B2762E57}" type="pres">
      <dgm:prSet presAssocID="{61EF5E34-3202-43EA-B1D6-429D80272C99}" presName="spaceRect" presStyleCnt="0"/>
      <dgm:spPr/>
    </dgm:pt>
    <dgm:pt modelId="{B7137264-32A8-4250-B569-229003E625F9}" type="pres">
      <dgm:prSet presAssocID="{61EF5E34-3202-43EA-B1D6-429D80272C99}" presName="parTx" presStyleLbl="revTx" presStyleIdx="0" presStyleCnt="3">
        <dgm:presLayoutVars>
          <dgm:chMax val="0"/>
          <dgm:chPref val="0"/>
        </dgm:presLayoutVars>
      </dgm:prSet>
      <dgm:spPr/>
    </dgm:pt>
    <dgm:pt modelId="{7D45762E-696F-413A-BE32-2C041E9C08C8}" type="pres">
      <dgm:prSet presAssocID="{4ACB31CB-A329-414C-B731-53CD663383A0}" presName="sibTrans" presStyleCnt="0"/>
      <dgm:spPr/>
    </dgm:pt>
    <dgm:pt modelId="{5D742AF6-DE62-487E-BE9B-7A08B6838E94}" type="pres">
      <dgm:prSet presAssocID="{898BB30F-DB45-4C68-B88B-33D2EE1CA81E}" presName="compNode" presStyleCnt="0"/>
      <dgm:spPr/>
    </dgm:pt>
    <dgm:pt modelId="{0E3AFDFF-99EE-4810-ABCB-9A0ED18D72FF}" type="pres">
      <dgm:prSet presAssocID="{898BB30F-DB45-4C68-B88B-33D2EE1CA81E}" presName="bgRect" presStyleLbl="bgShp" presStyleIdx="1" presStyleCnt="3"/>
      <dgm:spPr/>
    </dgm:pt>
    <dgm:pt modelId="{C733330A-9D74-4F6A-A582-66B9548B9928}" type="pres">
      <dgm:prSet presAssocID="{898BB30F-DB45-4C68-B88B-33D2EE1CA81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8B6DB375-51B9-49E1-A953-2C24EBA242E2}" type="pres">
      <dgm:prSet presAssocID="{898BB30F-DB45-4C68-B88B-33D2EE1CA81E}" presName="spaceRect" presStyleCnt="0"/>
      <dgm:spPr/>
    </dgm:pt>
    <dgm:pt modelId="{387880FB-18DA-4A20-8101-F6630EE98499}" type="pres">
      <dgm:prSet presAssocID="{898BB30F-DB45-4C68-B88B-33D2EE1CA81E}" presName="parTx" presStyleLbl="revTx" presStyleIdx="1" presStyleCnt="3">
        <dgm:presLayoutVars>
          <dgm:chMax val="0"/>
          <dgm:chPref val="0"/>
        </dgm:presLayoutVars>
      </dgm:prSet>
      <dgm:spPr/>
    </dgm:pt>
    <dgm:pt modelId="{27DBD219-3BC7-4738-9FF4-9BC4B123B3C6}" type="pres">
      <dgm:prSet presAssocID="{7AAA314E-2F79-4314-AE59-73BFE2F4A795}" presName="sibTrans" presStyleCnt="0"/>
      <dgm:spPr/>
    </dgm:pt>
    <dgm:pt modelId="{64E01AD8-145D-4B92-89BE-54C461B82A29}" type="pres">
      <dgm:prSet presAssocID="{EF6F0D4F-2EB3-43BC-B232-478833B628C3}" presName="compNode" presStyleCnt="0"/>
      <dgm:spPr/>
    </dgm:pt>
    <dgm:pt modelId="{000D5676-16D7-4574-8F7D-E31BC7300474}" type="pres">
      <dgm:prSet presAssocID="{EF6F0D4F-2EB3-43BC-B232-478833B628C3}" presName="bgRect" presStyleLbl="bgShp" presStyleIdx="2" presStyleCnt="3"/>
      <dgm:spPr/>
    </dgm:pt>
    <dgm:pt modelId="{B56993CE-A825-4A60-969D-52D96F082E9E}" type="pres">
      <dgm:prSet presAssocID="{EF6F0D4F-2EB3-43BC-B232-478833B628C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3173203-21BA-4690-8568-936A30D27778}" type="pres">
      <dgm:prSet presAssocID="{EF6F0D4F-2EB3-43BC-B232-478833B628C3}" presName="spaceRect" presStyleCnt="0"/>
      <dgm:spPr/>
    </dgm:pt>
    <dgm:pt modelId="{B1641A11-6E08-44AC-AA60-256BCB147CD4}" type="pres">
      <dgm:prSet presAssocID="{EF6F0D4F-2EB3-43BC-B232-478833B628C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2338B27-BFDE-4194-94E2-16AC0AEEED12}" srcId="{F1B41FCC-855E-4DC1-BCF4-C749F334B48D}" destId="{61EF5E34-3202-43EA-B1D6-429D80272C99}" srcOrd="0" destOrd="0" parTransId="{90E61970-83FA-4C9A-9C6A-E995C91BC8B4}" sibTransId="{4ACB31CB-A329-414C-B731-53CD663383A0}"/>
    <dgm:cxn modelId="{0FC9DE4D-030B-47B4-B6A3-C59A9DA846C2}" type="presOf" srcId="{61EF5E34-3202-43EA-B1D6-429D80272C99}" destId="{B7137264-32A8-4250-B569-229003E625F9}" srcOrd="0" destOrd="0" presId="urn:microsoft.com/office/officeart/2018/2/layout/IconVerticalSolidList"/>
    <dgm:cxn modelId="{8E8E1852-C126-4E62-A014-8AD909F8FFD3}" srcId="{F1B41FCC-855E-4DC1-BCF4-C749F334B48D}" destId="{EF6F0D4F-2EB3-43BC-B232-478833B628C3}" srcOrd="2" destOrd="0" parTransId="{C858BFA5-AF2C-4082-AE88-A7FF2E9A9ACE}" sibTransId="{C78237DC-F903-4D06-A427-FF5732222C9A}"/>
    <dgm:cxn modelId="{7A9213BF-E9ED-4356-B00A-4A48804E5D18}" type="presOf" srcId="{EF6F0D4F-2EB3-43BC-B232-478833B628C3}" destId="{B1641A11-6E08-44AC-AA60-256BCB147CD4}" srcOrd="0" destOrd="0" presId="urn:microsoft.com/office/officeart/2018/2/layout/IconVerticalSolidList"/>
    <dgm:cxn modelId="{764DC0D1-C853-4F8A-8FA8-32B289728D52}" type="presOf" srcId="{898BB30F-DB45-4C68-B88B-33D2EE1CA81E}" destId="{387880FB-18DA-4A20-8101-F6630EE98499}" srcOrd="0" destOrd="0" presId="urn:microsoft.com/office/officeart/2018/2/layout/IconVerticalSolidList"/>
    <dgm:cxn modelId="{C67440DE-BAD2-488D-B58B-9F2731141245}" type="presOf" srcId="{F1B41FCC-855E-4DC1-BCF4-C749F334B48D}" destId="{9158C0D5-AE93-4E18-AA24-825DC36A4B21}" srcOrd="0" destOrd="0" presId="urn:microsoft.com/office/officeart/2018/2/layout/IconVerticalSolidList"/>
    <dgm:cxn modelId="{E4C5F5EA-2B61-4741-9A87-C0EE1CFC8A72}" srcId="{F1B41FCC-855E-4DC1-BCF4-C749F334B48D}" destId="{898BB30F-DB45-4C68-B88B-33D2EE1CA81E}" srcOrd="1" destOrd="0" parTransId="{00C77BC7-3180-47D7-868C-59C805395AA9}" sibTransId="{7AAA314E-2F79-4314-AE59-73BFE2F4A795}"/>
    <dgm:cxn modelId="{5C4A8F85-7FF0-4134-BFB4-FBF6F3F1CD78}" type="presParOf" srcId="{9158C0D5-AE93-4E18-AA24-825DC36A4B21}" destId="{8B1F01F3-539E-4624-8D65-13098799CD9A}" srcOrd="0" destOrd="0" presId="urn:microsoft.com/office/officeart/2018/2/layout/IconVerticalSolidList"/>
    <dgm:cxn modelId="{CD387CD2-0D1A-4780-A64C-EDDB9E72DC91}" type="presParOf" srcId="{8B1F01F3-539E-4624-8D65-13098799CD9A}" destId="{5064A5BB-BAD0-45BF-BFAA-9E28E95665F7}" srcOrd="0" destOrd="0" presId="urn:microsoft.com/office/officeart/2018/2/layout/IconVerticalSolidList"/>
    <dgm:cxn modelId="{7959C693-46BA-4506-A8AF-650F2310D0EC}" type="presParOf" srcId="{8B1F01F3-539E-4624-8D65-13098799CD9A}" destId="{5C43ED31-DF5D-491A-BDE4-7165D3C2AE8C}" srcOrd="1" destOrd="0" presId="urn:microsoft.com/office/officeart/2018/2/layout/IconVerticalSolidList"/>
    <dgm:cxn modelId="{C7FFCAC8-BF9F-4630-BF6E-638A824CC359}" type="presParOf" srcId="{8B1F01F3-539E-4624-8D65-13098799CD9A}" destId="{F159E926-3A66-4906-89C9-C593B2762E57}" srcOrd="2" destOrd="0" presId="urn:microsoft.com/office/officeart/2018/2/layout/IconVerticalSolidList"/>
    <dgm:cxn modelId="{924CAE73-1031-4CD9-AB6C-86E60E2BD2EA}" type="presParOf" srcId="{8B1F01F3-539E-4624-8D65-13098799CD9A}" destId="{B7137264-32A8-4250-B569-229003E625F9}" srcOrd="3" destOrd="0" presId="urn:microsoft.com/office/officeart/2018/2/layout/IconVerticalSolidList"/>
    <dgm:cxn modelId="{7FA241A7-B024-4655-90E0-6B1C8ED21DB6}" type="presParOf" srcId="{9158C0D5-AE93-4E18-AA24-825DC36A4B21}" destId="{7D45762E-696F-413A-BE32-2C041E9C08C8}" srcOrd="1" destOrd="0" presId="urn:microsoft.com/office/officeart/2018/2/layout/IconVerticalSolidList"/>
    <dgm:cxn modelId="{4F27B1B9-5438-47CC-9CD8-1F86B8FD3287}" type="presParOf" srcId="{9158C0D5-AE93-4E18-AA24-825DC36A4B21}" destId="{5D742AF6-DE62-487E-BE9B-7A08B6838E94}" srcOrd="2" destOrd="0" presId="urn:microsoft.com/office/officeart/2018/2/layout/IconVerticalSolidList"/>
    <dgm:cxn modelId="{055506BE-ABA6-4D86-AEE5-1042248FA23C}" type="presParOf" srcId="{5D742AF6-DE62-487E-BE9B-7A08B6838E94}" destId="{0E3AFDFF-99EE-4810-ABCB-9A0ED18D72FF}" srcOrd="0" destOrd="0" presId="urn:microsoft.com/office/officeart/2018/2/layout/IconVerticalSolidList"/>
    <dgm:cxn modelId="{60938C86-2E68-4CAB-BDCF-928F0491404F}" type="presParOf" srcId="{5D742AF6-DE62-487E-BE9B-7A08B6838E94}" destId="{C733330A-9D74-4F6A-A582-66B9548B9928}" srcOrd="1" destOrd="0" presId="urn:microsoft.com/office/officeart/2018/2/layout/IconVerticalSolidList"/>
    <dgm:cxn modelId="{906A0E0D-E871-4C8C-B646-8035CE86E6D5}" type="presParOf" srcId="{5D742AF6-DE62-487E-BE9B-7A08B6838E94}" destId="{8B6DB375-51B9-49E1-A953-2C24EBA242E2}" srcOrd="2" destOrd="0" presId="urn:microsoft.com/office/officeart/2018/2/layout/IconVerticalSolidList"/>
    <dgm:cxn modelId="{0462698D-6D05-451B-83CF-CA5E16AC5AFC}" type="presParOf" srcId="{5D742AF6-DE62-487E-BE9B-7A08B6838E94}" destId="{387880FB-18DA-4A20-8101-F6630EE98499}" srcOrd="3" destOrd="0" presId="urn:microsoft.com/office/officeart/2018/2/layout/IconVerticalSolidList"/>
    <dgm:cxn modelId="{33F71741-1FD4-415B-AAA2-4F505A47DE35}" type="presParOf" srcId="{9158C0D5-AE93-4E18-AA24-825DC36A4B21}" destId="{27DBD219-3BC7-4738-9FF4-9BC4B123B3C6}" srcOrd="3" destOrd="0" presId="urn:microsoft.com/office/officeart/2018/2/layout/IconVerticalSolidList"/>
    <dgm:cxn modelId="{F7D4AF56-41DF-443A-BF07-30933E18234E}" type="presParOf" srcId="{9158C0D5-AE93-4E18-AA24-825DC36A4B21}" destId="{64E01AD8-145D-4B92-89BE-54C461B82A29}" srcOrd="4" destOrd="0" presId="urn:microsoft.com/office/officeart/2018/2/layout/IconVerticalSolidList"/>
    <dgm:cxn modelId="{3AD7F5F5-9ED3-4908-9A17-D0AF14BB2455}" type="presParOf" srcId="{64E01AD8-145D-4B92-89BE-54C461B82A29}" destId="{000D5676-16D7-4574-8F7D-E31BC7300474}" srcOrd="0" destOrd="0" presId="urn:microsoft.com/office/officeart/2018/2/layout/IconVerticalSolidList"/>
    <dgm:cxn modelId="{08F962D9-31E3-44B9-84BC-D2E784757C13}" type="presParOf" srcId="{64E01AD8-145D-4B92-89BE-54C461B82A29}" destId="{B56993CE-A825-4A60-969D-52D96F082E9E}" srcOrd="1" destOrd="0" presId="urn:microsoft.com/office/officeart/2018/2/layout/IconVerticalSolidList"/>
    <dgm:cxn modelId="{96465950-2BF7-4905-AEF1-07E4BA471350}" type="presParOf" srcId="{64E01AD8-145D-4B92-89BE-54C461B82A29}" destId="{73173203-21BA-4690-8568-936A30D27778}" srcOrd="2" destOrd="0" presId="urn:microsoft.com/office/officeart/2018/2/layout/IconVerticalSolidList"/>
    <dgm:cxn modelId="{DDF9AB74-6727-44E4-9ACE-60373573C5B8}" type="presParOf" srcId="{64E01AD8-145D-4B92-89BE-54C461B82A29}" destId="{B1641A11-6E08-44AC-AA60-256BCB147C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CCCFE4A-F354-4ACC-8F59-343A7CB85BE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1AF69D5-AC66-4471-9939-51F9986B4BF4}">
      <dgm:prSet/>
      <dgm:spPr/>
      <dgm:t>
        <a:bodyPr/>
        <a:lstStyle/>
        <a:p>
          <a:r>
            <a:rPr lang="en-US" b="1"/>
            <a:t>MFA (Multi-Factor Authentication):</a:t>
          </a:r>
          <a:r>
            <a:rPr lang="en-US"/>
            <a:t> Requires users to verify identity using two or more factors (e.g., password + OTP) to enhance security. </a:t>
          </a:r>
        </a:p>
      </dgm:t>
    </dgm:pt>
    <dgm:pt modelId="{1185C10C-F706-4CBC-B63F-63B39EDBA9B5}" type="parTrans" cxnId="{4504ABF6-6D91-4460-8A98-8612B9A70DF1}">
      <dgm:prSet/>
      <dgm:spPr/>
      <dgm:t>
        <a:bodyPr/>
        <a:lstStyle/>
        <a:p>
          <a:endParaRPr lang="en-US"/>
        </a:p>
      </dgm:t>
    </dgm:pt>
    <dgm:pt modelId="{D2C2F992-BD54-4E9D-B63E-6B691F155B75}" type="sibTrans" cxnId="{4504ABF6-6D91-4460-8A98-8612B9A70DF1}">
      <dgm:prSet/>
      <dgm:spPr/>
      <dgm:t>
        <a:bodyPr/>
        <a:lstStyle/>
        <a:p>
          <a:endParaRPr lang="en-US"/>
        </a:p>
      </dgm:t>
    </dgm:pt>
    <dgm:pt modelId="{BA5EB757-9062-49D3-BAF3-78313AC8F80C}">
      <dgm:prSet/>
      <dgm:spPr/>
      <dgm:t>
        <a:bodyPr/>
        <a:lstStyle/>
        <a:p>
          <a:r>
            <a:rPr lang="en-US" b="1"/>
            <a:t>SSO (Single Sign-On):</a:t>
          </a:r>
          <a:r>
            <a:rPr lang="en-US"/>
            <a:t> Allows users to log in once and access multiple applications without re-authenticating. </a:t>
          </a:r>
        </a:p>
      </dgm:t>
    </dgm:pt>
    <dgm:pt modelId="{DB502ACB-4141-48F0-8DE2-66B3906146CF}" type="parTrans" cxnId="{F206DF8D-04E9-4EF7-A174-62DB29BEA2BD}">
      <dgm:prSet/>
      <dgm:spPr/>
      <dgm:t>
        <a:bodyPr/>
        <a:lstStyle/>
        <a:p>
          <a:endParaRPr lang="en-US"/>
        </a:p>
      </dgm:t>
    </dgm:pt>
    <dgm:pt modelId="{66CFC096-37D1-4BA0-94D8-AC1083F606C1}" type="sibTrans" cxnId="{F206DF8D-04E9-4EF7-A174-62DB29BEA2BD}">
      <dgm:prSet/>
      <dgm:spPr/>
      <dgm:t>
        <a:bodyPr/>
        <a:lstStyle/>
        <a:p>
          <a:endParaRPr lang="en-US"/>
        </a:p>
      </dgm:t>
    </dgm:pt>
    <dgm:pt modelId="{799D9F46-8949-430D-8595-E5E6369557D1}">
      <dgm:prSet/>
      <dgm:spPr/>
      <dgm:t>
        <a:bodyPr/>
        <a:lstStyle/>
        <a:p>
          <a:r>
            <a:rPr lang="en-US" b="1"/>
            <a:t>Session Management:</a:t>
          </a:r>
          <a:r>
            <a:rPr lang="en-US"/>
            <a:t> Controls user sessions, including login duration, timeout, and secure session handling. </a:t>
          </a:r>
        </a:p>
      </dgm:t>
    </dgm:pt>
    <dgm:pt modelId="{39996BEE-1E38-4A77-9F2A-395FBC296C68}" type="parTrans" cxnId="{7E2D3E74-CB66-4CC6-A422-FDD6E18BEF19}">
      <dgm:prSet/>
      <dgm:spPr/>
      <dgm:t>
        <a:bodyPr/>
        <a:lstStyle/>
        <a:p>
          <a:endParaRPr lang="en-US"/>
        </a:p>
      </dgm:t>
    </dgm:pt>
    <dgm:pt modelId="{F2EEB712-BC04-40E3-9027-3D8F9ECD7275}" type="sibTrans" cxnId="{7E2D3E74-CB66-4CC6-A422-FDD6E18BEF19}">
      <dgm:prSet/>
      <dgm:spPr/>
      <dgm:t>
        <a:bodyPr/>
        <a:lstStyle/>
        <a:p>
          <a:endParaRPr lang="en-US"/>
        </a:p>
      </dgm:t>
    </dgm:pt>
    <dgm:pt modelId="{96F7B4FB-35BA-4A1B-A38B-9B1F9D64BBC6}">
      <dgm:prSet/>
      <dgm:spPr/>
      <dgm:t>
        <a:bodyPr/>
        <a:lstStyle/>
        <a:p>
          <a:r>
            <a:rPr lang="en-US" b="1"/>
            <a:t>Password Policies:</a:t>
          </a:r>
          <a:r>
            <a:rPr lang="en-US"/>
            <a:t> Enforces rules for password strength, complexity, and expiration to reduce security risks. </a:t>
          </a:r>
        </a:p>
      </dgm:t>
    </dgm:pt>
    <dgm:pt modelId="{9FD2D00E-16C8-4748-B01F-F2ABEC69DD56}" type="parTrans" cxnId="{EADB44D6-51CE-4D24-9B8B-BE76C16753DE}">
      <dgm:prSet/>
      <dgm:spPr/>
      <dgm:t>
        <a:bodyPr/>
        <a:lstStyle/>
        <a:p>
          <a:endParaRPr lang="en-US"/>
        </a:p>
      </dgm:t>
    </dgm:pt>
    <dgm:pt modelId="{D0FBDF21-0884-4BBA-8263-A846AF3B0B11}" type="sibTrans" cxnId="{EADB44D6-51CE-4D24-9B8B-BE76C16753DE}">
      <dgm:prSet/>
      <dgm:spPr/>
      <dgm:t>
        <a:bodyPr/>
        <a:lstStyle/>
        <a:p>
          <a:endParaRPr lang="en-US"/>
        </a:p>
      </dgm:t>
    </dgm:pt>
    <dgm:pt modelId="{FCE18B9B-3AD5-4A32-900D-E02282831D69}">
      <dgm:prSet/>
      <dgm:spPr/>
      <dgm:t>
        <a:bodyPr/>
        <a:lstStyle/>
        <a:p>
          <a:r>
            <a:rPr lang="en-US" b="1"/>
            <a:t>IP Whitelisting:</a:t>
          </a:r>
          <a:r>
            <a:rPr lang="en-US"/>
            <a:t> Restricts system access to a predefined set of trusted IP addresses. </a:t>
          </a:r>
        </a:p>
      </dgm:t>
    </dgm:pt>
    <dgm:pt modelId="{8BAA6D4C-01A1-4D77-9484-6367CABACBBE}" type="parTrans" cxnId="{BB4B03BA-F9E5-4D8E-91C5-F20558047C46}">
      <dgm:prSet/>
      <dgm:spPr/>
      <dgm:t>
        <a:bodyPr/>
        <a:lstStyle/>
        <a:p>
          <a:endParaRPr lang="en-US"/>
        </a:p>
      </dgm:t>
    </dgm:pt>
    <dgm:pt modelId="{606A1329-154E-4E07-9333-5DA937752C13}" type="sibTrans" cxnId="{BB4B03BA-F9E5-4D8E-91C5-F20558047C46}">
      <dgm:prSet/>
      <dgm:spPr/>
      <dgm:t>
        <a:bodyPr/>
        <a:lstStyle/>
        <a:p>
          <a:endParaRPr lang="en-US"/>
        </a:p>
      </dgm:t>
    </dgm:pt>
    <dgm:pt modelId="{1C40AC32-44BE-414B-8126-AD200A8172B9}" type="pres">
      <dgm:prSet presAssocID="{CCCCFE4A-F354-4ACC-8F59-343A7CB85BE1}" presName="linear" presStyleCnt="0">
        <dgm:presLayoutVars>
          <dgm:animLvl val="lvl"/>
          <dgm:resizeHandles val="exact"/>
        </dgm:presLayoutVars>
      </dgm:prSet>
      <dgm:spPr/>
    </dgm:pt>
    <dgm:pt modelId="{D2EB0A7E-844E-4BB8-B4E3-04999B4CAAC7}" type="pres">
      <dgm:prSet presAssocID="{71AF69D5-AC66-4471-9939-51F9986B4BF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6A8CE3B-68DF-4365-A779-E8CB23C733D8}" type="pres">
      <dgm:prSet presAssocID="{D2C2F992-BD54-4E9D-B63E-6B691F155B75}" presName="spacer" presStyleCnt="0"/>
      <dgm:spPr/>
    </dgm:pt>
    <dgm:pt modelId="{82E4057B-DBE8-42E8-923C-828B15E6F523}" type="pres">
      <dgm:prSet presAssocID="{BA5EB757-9062-49D3-BAF3-78313AC8F80C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3F1B82F-6B10-469C-89D1-2B0A51DDE77C}" type="pres">
      <dgm:prSet presAssocID="{66CFC096-37D1-4BA0-94D8-AC1083F606C1}" presName="spacer" presStyleCnt="0"/>
      <dgm:spPr/>
    </dgm:pt>
    <dgm:pt modelId="{B442F0D9-9167-4BB0-8EF8-66996D6E5E9D}" type="pres">
      <dgm:prSet presAssocID="{799D9F46-8949-430D-8595-E5E6369557D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6D33DB1-E069-418F-8DBB-EB3ED5ADC154}" type="pres">
      <dgm:prSet presAssocID="{F2EEB712-BC04-40E3-9027-3D8F9ECD7275}" presName="spacer" presStyleCnt="0"/>
      <dgm:spPr/>
    </dgm:pt>
    <dgm:pt modelId="{806001B9-8FE0-4CE7-88FA-950B3F15D7F8}" type="pres">
      <dgm:prSet presAssocID="{96F7B4FB-35BA-4A1B-A38B-9B1F9D64BBC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8BEF3AB-9710-496B-9C50-3773F2264EF7}" type="pres">
      <dgm:prSet presAssocID="{D0FBDF21-0884-4BBA-8263-A846AF3B0B11}" presName="spacer" presStyleCnt="0"/>
      <dgm:spPr/>
    </dgm:pt>
    <dgm:pt modelId="{329DD2EA-EBFE-4935-8265-74620F697F1F}" type="pres">
      <dgm:prSet presAssocID="{FCE18B9B-3AD5-4A32-900D-E02282831D6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74E500B-08DF-4DDD-94F9-2D0FAD8240E9}" type="presOf" srcId="{71AF69D5-AC66-4471-9939-51F9986B4BF4}" destId="{D2EB0A7E-844E-4BB8-B4E3-04999B4CAAC7}" srcOrd="0" destOrd="0" presId="urn:microsoft.com/office/officeart/2005/8/layout/vList2"/>
    <dgm:cxn modelId="{D23AE73F-7265-46A6-A62D-52436AA00B40}" type="presOf" srcId="{BA5EB757-9062-49D3-BAF3-78313AC8F80C}" destId="{82E4057B-DBE8-42E8-923C-828B15E6F523}" srcOrd="0" destOrd="0" presId="urn:microsoft.com/office/officeart/2005/8/layout/vList2"/>
    <dgm:cxn modelId="{C2CAEA6F-D5BE-4BC5-B3DA-41D698B79A25}" type="presOf" srcId="{CCCCFE4A-F354-4ACC-8F59-343A7CB85BE1}" destId="{1C40AC32-44BE-414B-8126-AD200A8172B9}" srcOrd="0" destOrd="0" presId="urn:microsoft.com/office/officeart/2005/8/layout/vList2"/>
    <dgm:cxn modelId="{7E2D3E74-CB66-4CC6-A422-FDD6E18BEF19}" srcId="{CCCCFE4A-F354-4ACC-8F59-343A7CB85BE1}" destId="{799D9F46-8949-430D-8595-E5E6369557D1}" srcOrd="2" destOrd="0" parTransId="{39996BEE-1E38-4A77-9F2A-395FBC296C68}" sibTransId="{F2EEB712-BC04-40E3-9027-3D8F9ECD7275}"/>
    <dgm:cxn modelId="{6CA53888-BC7C-4F2F-AD96-C6E03A5C46F1}" type="presOf" srcId="{FCE18B9B-3AD5-4A32-900D-E02282831D69}" destId="{329DD2EA-EBFE-4935-8265-74620F697F1F}" srcOrd="0" destOrd="0" presId="urn:microsoft.com/office/officeart/2005/8/layout/vList2"/>
    <dgm:cxn modelId="{F206DF8D-04E9-4EF7-A174-62DB29BEA2BD}" srcId="{CCCCFE4A-F354-4ACC-8F59-343A7CB85BE1}" destId="{BA5EB757-9062-49D3-BAF3-78313AC8F80C}" srcOrd="1" destOrd="0" parTransId="{DB502ACB-4141-48F0-8DE2-66B3906146CF}" sibTransId="{66CFC096-37D1-4BA0-94D8-AC1083F606C1}"/>
    <dgm:cxn modelId="{BB4B03BA-F9E5-4D8E-91C5-F20558047C46}" srcId="{CCCCFE4A-F354-4ACC-8F59-343A7CB85BE1}" destId="{FCE18B9B-3AD5-4A32-900D-E02282831D69}" srcOrd="4" destOrd="0" parTransId="{8BAA6D4C-01A1-4D77-9484-6367CABACBBE}" sibTransId="{606A1329-154E-4E07-9333-5DA937752C13}"/>
    <dgm:cxn modelId="{78B539C2-1028-4149-B7C1-95FE1913276C}" type="presOf" srcId="{799D9F46-8949-430D-8595-E5E6369557D1}" destId="{B442F0D9-9167-4BB0-8EF8-66996D6E5E9D}" srcOrd="0" destOrd="0" presId="urn:microsoft.com/office/officeart/2005/8/layout/vList2"/>
    <dgm:cxn modelId="{F152A5CF-E410-448C-B9DD-6B3126D0A12C}" type="presOf" srcId="{96F7B4FB-35BA-4A1B-A38B-9B1F9D64BBC6}" destId="{806001B9-8FE0-4CE7-88FA-950B3F15D7F8}" srcOrd="0" destOrd="0" presId="urn:microsoft.com/office/officeart/2005/8/layout/vList2"/>
    <dgm:cxn modelId="{EADB44D6-51CE-4D24-9B8B-BE76C16753DE}" srcId="{CCCCFE4A-F354-4ACC-8F59-343A7CB85BE1}" destId="{96F7B4FB-35BA-4A1B-A38B-9B1F9D64BBC6}" srcOrd="3" destOrd="0" parTransId="{9FD2D00E-16C8-4748-B01F-F2ABEC69DD56}" sibTransId="{D0FBDF21-0884-4BBA-8263-A846AF3B0B11}"/>
    <dgm:cxn modelId="{4504ABF6-6D91-4460-8A98-8612B9A70DF1}" srcId="{CCCCFE4A-F354-4ACC-8F59-343A7CB85BE1}" destId="{71AF69D5-AC66-4471-9939-51F9986B4BF4}" srcOrd="0" destOrd="0" parTransId="{1185C10C-F706-4CBC-B63F-63B39EDBA9B5}" sibTransId="{D2C2F992-BD54-4E9D-B63E-6B691F155B75}"/>
    <dgm:cxn modelId="{E552A66F-7398-4A41-A104-78AFCEFF3063}" type="presParOf" srcId="{1C40AC32-44BE-414B-8126-AD200A8172B9}" destId="{D2EB0A7E-844E-4BB8-B4E3-04999B4CAAC7}" srcOrd="0" destOrd="0" presId="urn:microsoft.com/office/officeart/2005/8/layout/vList2"/>
    <dgm:cxn modelId="{8546D0F8-5BCC-450C-BCA8-F4A211DEFC3C}" type="presParOf" srcId="{1C40AC32-44BE-414B-8126-AD200A8172B9}" destId="{36A8CE3B-68DF-4365-A779-E8CB23C733D8}" srcOrd="1" destOrd="0" presId="urn:microsoft.com/office/officeart/2005/8/layout/vList2"/>
    <dgm:cxn modelId="{F3BA3AE2-8C53-4D76-A69F-DDB836E51ED8}" type="presParOf" srcId="{1C40AC32-44BE-414B-8126-AD200A8172B9}" destId="{82E4057B-DBE8-42E8-923C-828B15E6F523}" srcOrd="2" destOrd="0" presId="urn:microsoft.com/office/officeart/2005/8/layout/vList2"/>
    <dgm:cxn modelId="{A20320E6-8E8D-4F54-ACAF-18ABEE9D5944}" type="presParOf" srcId="{1C40AC32-44BE-414B-8126-AD200A8172B9}" destId="{03F1B82F-6B10-469C-89D1-2B0A51DDE77C}" srcOrd="3" destOrd="0" presId="urn:microsoft.com/office/officeart/2005/8/layout/vList2"/>
    <dgm:cxn modelId="{E7D1A952-605D-4270-BD7B-5966A96F9BFF}" type="presParOf" srcId="{1C40AC32-44BE-414B-8126-AD200A8172B9}" destId="{B442F0D9-9167-4BB0-8EF8-66996D6E5E9D}" srcOrd="4" destOrd="0" presId="urn:microsoft.com/office/officeart/2005/8/layout/vList2"/>
    <dgm:cxn modelId="{358CC32F-4C0C-4ED6-8950-584D18F08B14}" type="presParOf" srcId="{1C40AC32-44BE-414B-8126-AD200A8172B9}" destId="{46D33DB1-E069-418F-8DBB-EB3ED5ADC154}" srcOrd="5" destOrd="0" presId="urn:microsoft.com/office/officeart/2005/8/layout/vList2"/>
    <dgm:cxn modelId="{3F7156CA-0DC8-4BA8-BE44-79C8FFA11EBB}" type="presParOf" srcId="{1C40AC32-44BE-414B-8126-AD200A8172B9}" destId="{806001B9-8FE0-4CE7-88FA-950B3F15D7F8}" srcOrd="6" destOrd="0" presId="urn:microsoft.com/office/officeart/2005/8/layout/vList2"/>
    <dgm:cxn modelId="{BC287CDB-0972-4D87-9A58-DB148C0E77B4}" type="presParOf" srcId="{1C40AC32-44BE-414B-8126-AD200A8172B9}" destId="{88BEF3AB-9710-496B-9C50-3773F2264EF7}" srcOrd="7" destOrd="0" presId="urn:microsoft.com/office/officeart/2005/8/layout/vList2"/>
    <dgm:cxn modelId="{AB95DE72-A6E7-493D-BB6A-9D5129EF0BE6}" type="presParOf" srcId="{1C40AC32-44BE-414B-8126-AD200A8172B9}" destId="{329DD2EA-EBFE-4935-8265-74620F697F1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3778754-02CC-4278-8AE8-895C3023235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5F00D8-DC63-46B9-BC9C-C90E6A9753A8}">
      <dgm:prSet/>
      <dgm:spPr/>
      <dgm:t>
        <a:bodyPr/>
        <a:lstStyle/>
        <a:p>
          <a:r>
            <a:rPr lang="en-US"/>
            <a:t>Default</a:t>
          </a:r>
        </a:p>
      </dgm:t>
    </dgm:pt>
    <dgm:pt modelId="{2C741823-BC96-4DB3-9E6F-DB101A406043}" type="parTrans" cxnId="{FAACAEC2-8BB5-40B7-A07C-B2E52D1FF7C9}">
      <dgm:prSet/>
      <dgm:spPr/>
      <dgm:t>
        <a:bodyPr/>
        <a:lstStyle/>
        <a:p>
          <a:endParaRPr lang="en-US"/>
        </a:p>
      </dgm:t>
    </dgm:pt>
    <dgm:pt modelId="{671D461E-08F8-427B-A28D-7815DE972C3E}" type="sibTrans" cxnId="{FAACAEC2-8BB5-40B7-A07C-B2E52D1FF7C9}">
      <dgm:prSet/>
      <dgm:spPr/>
      <dgm:t>
        <a:bodyPr/>
        <a:lstStyle/>
        <a:p>
          <a:endParaRPr lang="en-US"/>
        </a:p>
      </dgm:t>
    </dgm:pt>
    <dgm:pt modelId="{51904997-06E4-4E34-8505-0BF4883D1502}">
      <dgm:prSet/>
      <dgm:spPr/>
      <dgm:t>
        <a:bodyPr/>
        <a:lstStyle/>
        <a:p>
          <a:r>
            <a:rPr lang="en-US"/>
            <a:t>Default deny</a:t>
          </a:r>
        </a:p>
      </dgm:t>
    </dgm:pt>
    <dgm:pt modelId="{11D6E688-02A1-488D-9C07-953E089D7FE2}" type="parTrans" cxnId="{6148A93A-3D0A-4A7B-B98E-E3DBA9B2EE7B}">
      <dgm:prSet/>
      <dgm:spPr/>
      <dgm:t>
        <a:bodyPr/>
        <a:lstStyle/>
        <a:p>
          <a:endParaRPr lang="en-US"/>
        </a:p>
      </dgm:t>
    </dgm:pt>
    <dgm:pt modelId="{5359801F-0A78-44F9-9E7A-A7608DA0F200}" type="sibTrans" cxnId="{6148A93A-3D0A-4A7B-B98E-E3DBA9B2EE7B}">
      <dgm:prSet/>
      <dgm:spPr/>
      <dgm:t>
        <a:bodyPr/>
        <a:lstStyle/>
        <a:p>
          <a:endParaRPr lang="en-US"/>
        </a:p>
      </dgm:t>
    </dgm:pt>
    <dgm:pt modelId="{879C5147-5702-492B-8060-7CA34E1790CD}">
      <dgm:prSet/>
      <dgm:spPr/>
      <dgm:t>
        <a:bodyPr/>
        <a:lstStyle/>
        <a:p>
          <a:r>
            <a:rPr lang="en-US"/>
            <a:t>Use</a:t>
          </a:r>
        </a:p>
      </dgm:t>
    </dgm:pt>
    <dgm:pt modelId="{F05A024F-3D7A-4D8B-B0B4-D51661E20DA3}" type="parTrans" cxnId="{747F965F-1149-49F1-BF9E-41B82997D3C4}">
      <dgm:prSet/>
      <dgm:spPr/>
      <dgm:t>
        <a:bodyPr/>
        <a:lstStyle/>
        <a:p>
          <a:endParaRPr lang="en-US"/>
        </a:p>
      </dgm:t>
    </dgm:pt>
    <dgm:pt modelId="{B8FCE329-97EE-4EAE-80E6-BA692B5474AF}" type="sibTrans" cxnId="{747F965F-1149-49F1-BF9E-41B82997D3C4}">
      <dgm:prSet/>
      <dgm:spPr/>
      <dgm:t>
        <a:bodyPr/>
        <a:lstStyle/>
        <a:p>
          <a:endParaRPr lang="en-US"/>
        </a:p>
      </dgm:t>
    </dgm:pt>
    <dgm:pt modelId="{5E514CBB-C5CB-42B5-82E9-C4CBA7C23EF7}">
      <dgm:prSet/>
      <dgm:spPr/>
      <dgm:t>
        <a:bodyPr/>
        <a:lstStyle/>
        <a:p>
          <a:r>
            <a:rPr lang="en-US"/>
            <a:t>Use groups</a:t>
          </a:r>
        </a:p>
      </dgm:t>
    </dgm:pt>
    <dgm:pt modelId="{F112AA75-5AEB-4900-A6DD-AF801DC62891}" type="parTrans" cxnId="{74A9BEA6-94E1-4931-930F-2927703EE7D5}">
      <dgm:prSet/>
      <dgm:spPr/>
      <dgm:t>
        <a:bodyPr/>
        <a:lstStyle/>
        <a:p>
          <a:endParaRPr lang="en-US"/>
        </a:p>
      </dgm:t>
    </dgm:pt>
    <dgm:pt modelId="{127DBFDE-D126-479A-85E5-732B10863F3C}" type="sibTrans" cxnId="{74A9BEA6-94E1-4931-930F-2927703EE7D5}">
      <dgm:prSet/>
      <dgm:spPr/>
      <dgm:t>
        <a:bodyPr/>
        <a:lstStyle/>
        <a:p>
          <a:endParaRPr lang="en-US"/>
        </a:p>
      </dgm:t>
    </dgm:pt>
    <dgm:pt modelId="{721E4FDD-F67D-4212-9E27-4CAC240F4F62}">
      <dgm:prSet/>
      <dgm:spPr/>
      <dgm:t>
        <a:bodyPr/>
        <a:lstStyle/>
        <a:p>
          <a:r>
            <a:rPr lang="en-US"/>
            <a:t>Log</a:t>
          </a:r>
        </a:p>
      </dgm:t>
    </dgm:pt>
    <dgm:pt modelId="{9AD6F284-B293-4789-B689-508E88713967}" type="parTrans" cxnId="{DEF4A321-7C76-45B5-B9C3-E710B84A24B3}">
      <dgm:prSet/>
      <dgm:spPr/>
      <dgm:t>
        <a:bodyPr/>
        <a:lstStyle/>
        <a:p>
          <a:endParaRPr lang="en-US"/>
        </a:p>
      </dgm:t>
    </dgm:pt>
    <dgm:pt modelId="{7F4C1C9B-115F-4C03-8544-9C35822977CA}" type="sibTrans" cxnId="{DEF4A321-7C76-45B5-B9C3-E710B84A24B3}">
      <dgm:prSet/>
      <dgm:spPr/>
      <dgm:t>
        <a:bodyPr/>
        <a:lstStyle/>
        <a:p>
          <a:endParaRPr lang="en-US"/>
        </a:p>
      </dgm:t>
    </dgm:pt>
    <dgm:pt modelId="{B73B580F-95B7-4D54-839B-A674C94DD5AD}">
      <dgm:prSet/>
      <dgm:spPr/>
      <dgm:t>
        <a:bodyPr/>
        <a:lstStyle/>
        <a:p>
          <a:r>
            <a:rPr lang="en-US"/>
            <a:t>Log everything</a:t>
          </a:r>
        </a:p>
      </dgm:t>
    </dgm:pt>
    <dgm:pt modelId="{1867B614-6F73-40EC-A2DA-D71FB5721D78}" type="parTrans" cxnId="{378FD26A-47D8-4968-AA58-277DD27ABDFA}">
      <dgm:prSet/>
      <dgm:spPr/>
      <dgm:t>
        <a:bodyPr/>
        <a:lstStyle/>
        <a:p>
          <a:endParaRPr lang="en-US"/>
        </a:p>
      </dgm:t>
    </dgm:pt>
    <dgm:pt modelId="{FD9DDCAD-0DCA-4DA5-AE2B-E4C2E411660B}" type="sibTrans" cxnId="{378FD26A-47D8-4968-AA58-277DD27ABDFA}">
      <dgm:prSet/>
      <dgm:spPr/>
      <dgm:t>
        <a:bodyPr/>
        <a:lstStyle/>
        <a:p>
          <a:endParaRPr lang="en-US"/>
        </a:p>
      </dgm:t>
    </dgm:pt>
    <dgm:pt modelId="{09354FCE-6FC3-44EC-A03D-2BEBB55E59DE}">
      <dgm:prSet/>
      <dgm:spPr/>
      <dgm:t>
        <a:bodyPr/>
        <a:lstStyle/>
        <a:p>
          <a:r>
            <a:rPr lang="en-US"/>
            <a:t>Avoid</a:t>
          </a:r>
        </a:p>
      </dgm:t>
    </dgm:pt>
    <dgm:pt modelId="{A35863E9-D9D1-48CA-8D7F-41E1079B05B3}" type="parTrans" cxnId="{E05E8D13-FBD0-4CB1-9142-C1799B2F2649}">
      <dgm:prSet/>
      <dgm:spPr/>
      <dgm:t>
        <a:bodyPr/>
        <a:lstStyle/>
        <a:p>
          <a:endParaRPr lang="en-US"/>
        </a:p>
      </dgm:t>
    </dgm:pt>
    <dgm:pt modelId="{15BB3DCE-D0BD-447D-8C89-EE133578B91E}" type="sibTrans" cxnId="{E05E8D13-FBD0-4CB1-9142-C1799B2F2649}">
      <dgm:prSet/>
      <dgm:spPr/>
      <dgm:t>
        <a:bodyPr/>
        <a:lstStyle/>
        <a:p>
          <a:endParaRPr lang="en-US"/>
        </a:p>
      </dgm:t>
    </dgm:pt>
    <dgm:pt modelId="{2685F3CA-641D-4A2F-B7E7-9ED0C84852E4}">
      <dgm:prSet/>
      <dgm:spPr/>
      <dgm:t>
        <a:bodyPr/>
        <a:lstStyle/>
        <a:p>
          <a:r>
            <a:rPr lang="en-US"/>
            <a:t>Avoid hardcoding roles</a:t>
          </a:r>
        </a:p>
      </dgm:t>
    </dgm:pt>
    <dgm:pt modelId="{EB6A4C12-F111-4B40-B21E-837A3617ADDD}" type="parTrans" cxnId="{C14BD87A-2628-4F8F-BAFE-D38BCC902CAE}">
      <dgm:prSet/>
      <dgm:spPr/>
      <dgm:t>
        <a:bodyPr/>
        <a:lstStyle/>
        <a:p>
          <a:endParaRPr lang="en-US"/>
        </a:p>
      </dgm:t>
    </dgm:pt>
    <dgm:pt modelId="{41B82A2B-E488-4BA3-A2B0-404982C4F2BF}" type="sibTrans" cxnId="{C14BD87A-2628-4F8F-BAFE-D38BCC902CAE}">
      <dgm:prSet/>
      <dgm:spPr/>
      <dgm:t>
        <a:bodyPr/>
        <a:lstStyle/>
        <a:p>
          <a:endParaRPr lang="en-US"/>
        </a:p>
      </dgm:t>
    </dgm:pt>
    <dgm:pt modelId="{5A1B2910-13BA-454F-9AF8-39E9842921B8}" type="pres">
      <dgm:prSet presAssocID="{93778754-02CC-4278-8AE8-895C30232354}" presName="linear" presStyleCnt="0">
        <dgm:presLayoutVars>
          <dgm:animLvl val="lvl"/>
          <dgm:resizeHandles val="exact"/>
        </dgm:presLayoutVars>
      </dgm:prSet>
      <dgm:spPr/>
    </dgm:pt>
    <dgm:pt modelId="{61D5494F-D32A-47F1-AFFE-6363A3634DFB}" type="pres">
      <dgm:prSet presAssocID="{745F00D8-DC63-46B9-BC9C-C90E6A9753A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E7B2FC9-2298-4C2A-A570-466813F5B1D1}" type="pres">
      <dgm:prSet presAssocID="{745F00D8-DC63-46B9-BC9C-C90E6A9753A8}" presName="childText" presStyleLbl="revTx" presStyleIdx="0" presStyleCnt="4">
        <dgm:presLayoutVars>
          <dgm:bulletEnabled val="1"/>
        </dgm:presLayoutVars>
      </dgm:prSet>
      <dgm:spPr/>
    </dgm:pt>
    <dgm:pt modelId="{50B6C799-A060-44F1-B25E-06DAF1414A77}" type="pres">
      <dgm:prSet presAssocID="{879C5147-5702-492B-8060-7CA34E1790C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D6075BD-D8A1-4C31-AA71-69D5D80F247C}" type="pres">
      <dgm:prSet presAssocID="{879C5147-5702-492B-8060-7CA34E1790CD}" presName="childText" presStyleLbl="revTx" presStyleIdx="1" presStyleCnt="4">
        <dgm:presLayoutVars>
          <dgm:bulletEnabled val="1"/>
        </dgm:presLayoutVars>
      </dgm:prSet>
      <dgm:spPr/>
    </dgm:pt>
    <dgm:pt modelId="{887C4747-2381-4A62-856A-EA09831A96AA}" type="pres">
      <dgm:prSet presAssocID="{721E4FDD-F67D-4212-9E27-4CAC240F4F6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C3C8A57-14AF-4745-AEB9-67368978D486}" type="pres">
      <dgm:prSet presAssocID="{721E4FDD-F67D-4212-9E27-4CAC240F4F62}" presName="childText" presStyleLbl="revTx" presStyleIdx="2" presStyleCnt="4">
        <dgm:presLayoutVars>
          <dgm:bulletEnabled val="1"/>
        </dgm:presLayoutVars>
      </dgm:prSet>
      <dgm:spPr/>
    </dgm:pt>
    <dgm:pt modelId="{F37F8F70-4FB0-4728-86A8-5830DCE2ABCF}" type="pres">
      <dgm:prSet presAssocID="{09354FCE-6FC3-44EC-A03D-2BEBB55E59D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26430C1-602D-4A64-981E-EBD97A4EFF79}" type="pres">
      <dgm:prSet presAssocID="{09354FCE-6FC3-44EC-A03D-2BEBB55E59DE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05E8D13-FBD0-4CB1-9142-C1799B2F2649}" srcId="{93778754-02CC-4278-8AE8-895C30232354}" destId="{09354FCE-6FC3-44EC-A03D-2BEBB55E59DE}" srcOrd="3" destOrd="0" parTransId="{A35863E9-D9D1-48CA-8D7F-41E1079B05B3}" sibTransId="{15BB3DCE-D0BD-447D-8C89-EE133578B91E}"/>
    <dgm:cxn modelId="{DEF4A321-7C76-45B5-B9C3-E710B84A24B3}" srcId="{93778754-02CC-4278-8AE8-895C30232354}" destId="{721E4FDD-F67D-4212-9E27-4CAC240F4F62}" srcOrd="2" destOrd="0" parTransId="{9AD6F284-B293-4789-B689-508E88713967}" sibTransId="{7F4C1C9B-115F-4C03-8544-9C35822977CA}"/>
    <dgm:cxn modelId="{D39DE539-6DCB-4A92-9B97-4624CA6B9BBF}" type="presOf" srcId="{93778754-02CC-4278-8AE8-895C30232354}" destId="{5A1B2910-13BA-454F-9AF8-39E9842921B8}" srcOrd="0" destOrd="0" presId="urn:microsoft.com/office/officeart/2005/8/layout/vList2"/>
    <dgm:cxn modelId="{6148A93A-3D0A-4A7B-B98E-E3DBA9B2EE7B}" srcId="{745F00D8-DC63-46B9-BC9C-C90E6A9753A8}" destId="{51904997-06E4-4E34-8505-0BF4883D1502}" srcOrd="0" destOrd="0" parTransId="{11D6E688-02A1-488D-9C07-953E089D7FE2}" sibTransId="{5359801F-0A78-44F9-9E7A-A7608DA0F200}"/>
    <dgm:cxn modelId="{747F965F-1149-49F1-BF9E-41B82997D3C4}" srcId="{93778754-02CC-4278-8AE8-895C30232354}" destId="{879C5147-5702-492B-8060-7CA34E1790CD}" srcOrd="1" destOrd="0" parTransId="{F05A024F-3D7A-4D8B-B0B4-D51661E20DA3}" sibTransId="{B8FCE329-97EE-4EAE-80E6-BA692B5474AF}"/>
    <dgm:cxn modelId="{1EF17062-3F8F-47F8-9609-1ACBD32BB8FD}" type="presOf" srcId="{B73B580F-95B7-4D54-839B-A674C94DD5AD}" destId="{2C3C8A57-14AF-4745-AEB9-67368978D486}" srcOrd="0" destOrd="0" presId="urn:microsoft.com/office/officeart/2005/8/layout/vList2"/>
    <dgm:cxn modelId="{701E5765-A1FC-4592-9D6F-DA680F29387F}" type="presOf" srcId="{721E4FDD-F67D-4212-9E27-4CAC240F4F62}" destId="{887C4747-2381-4A62-856A-EA09831A96AA}" srcOrd="0" destOrd="0" presId="urn:microsoft.com/office/officeart/2005/8/layout/vList2"/>
    <dgm:cxn modelId="{378FD26A-47D8-4968-AA58-277DD27ABDFA}" srcId="{721E4FDD-F67D-4212-9E27-4CAC240F4F62}" destId="{B73B580F-95B7-4D54-839B-A674C94DD5AD}" srcOrd="0" destOrd="0" parTransId="{1867B614-6F73-40EC-A2DA-D71FB5721D78}" sibTransId="{FD9DDCAD-0DCA-4DA5-AE2B-E4C2E411660B}"/>
    <dgm:cxn modelId="{25CE2353-E3BD-45FF-8670-D767F69C7AFF}" type="presOf" srcId="{51904997-06E4-4E34-8505-0BF4883D1502}" destId="{4E7B2FC9-2298-4C2A-A570-466813F5B1D1}" srcOrd="0" destOrd="0" presId="urn:microsoft.com/office/officeart/2005/8/layout/vList2"/>
    <dgm:cxn modelId="{C14BD87A-2628-4F8F-BAFE-D38BCC902CAE}" srcId="{09354FCE-6FC3-44EC-A03D-2BEBB55E59DE}" destId="{2685F3CA-641D-4A2F-B7E7-9ED0C84852E4}" srcOrd="0" destOrd="0" parTransId="{EB6A4C12-F111-4B40-B21E-837A3617ADDD}" sibTransId="{41B82A2B-E488-4BA3-A2B0-404982C4F2BF}"/>
    <dgm:cxn modelId="{B457C585-E5BC-4E96-BD2F-7766DCA68EB1}" type="presOf" srcId="{5E514CBB-C5CB-42B5-82E9-C4CBA7C23EF7}" destId="{BD6075BD-D8A1-4C31-AA71-69D5D80F247C}" srcOrd="0" destOrd="0" presId="urn:microsoft.com/office/officeart/2005/8/layout/vList2"/>
    <dgm:cxn modelId="{7CE0A093-D421-4715-A423-DE8DEBC284E1}" type="presOf" srcId="{2685F3CA-641D-4A2F-B7E7-9ED0C84852E4}" destId="{026430C1-602D-4A64-981E-EBD97A4EFF79}" srcOrd="0" destOrd="0" presId="urn:microsoft.com/office/officeart/2005/8/layout/vList2"/>
    <dgm:cxn modelId="{C69CCD98-0B7F-4FAC-B277-3CC2931818E0}" type="presOf" srcId="{745F00D8-DC63-46B9-BC9C-C90E6A9753A8}" destId="{61D5494F-D32A-47F1-AFFE-6363A3634DFB}" srcOrd="0" destOrd="0" presId="urn:microsoft.com/office/officeart/2005/8/layout/vList2"/>
    <dgm:cxn modelId="{74A9BEA6-94E1-4931-930F-2927703EE7D5}" srcId="{879C5147-5702-492B-8060-7CA34E1790CD}" destId="{5E514CBB-C5CB-42B5-82E9-C4CBA7C23EF7}" srcOrd="0" destOrd="0" parTransId="{F112AA75-5AEB-4900-A6DD-AF801DC62891}" sibTransId="{127DBFDE-D126-479A-85E5-732B10863F3C}"/>
    <dgm:cxn modelId="{C508A8A8-9BFF-45DB-BFA6-570A32B6C770}" type="presOf" srcId="{879C5147-5702-492B-8060-7CA34E1790CD}" destId="{50B6C799-A060-44F1-B25E-06DAF1414A77}" srcOrd="0" destOrd="0" presId="urn:microsoft.com/office/officeart/2005/8/layout/vList2"/>
    <dgm:cxn modelId="{FAACAEC2-8BB5-40B7-A07C-B2E52D1FF7C9}" srcId="{93778754-02CC-4278-8AE8-895C30232354}" destId="{745F00D8-DC63-46B9-BC9C-C90E6A9753A8}" srcOrd="0" destOrd="0" parTransId="{2C741823-BC96-4DB3-9E6F-DB101A406043}" sibTransId="{671D461E-08F8-427B-A28D-7815DE972C3E}"/>
    <dgm:cxn modelId="{140FCEFA-7993-4713-ADCA-7301082892F4}" type="presOf" srcId="{09354FCE-6FC3-44EC-A03D-2BEBB55E59DE}" destId="{F37F8F70-4FB0-4728-86A8-5830DCE2ABCF}" srcOrd="0" destOrd="0" presId="urn:microsoft.com/office/officeart/2005/8/layout/vList2"/>
    <dgm:cxn modelId="{19B88E93-C5B5-4742-A15E-6FAD8A509DC3}" type="presParOf" srcId="{5A1B2910-13BA-454F-9AF8-39E9842921B8}" destId="{61D5494F-D32A-47F1-AFFE-6363A3634DFB}" srcOrd="0" destOrd="0" presId="urn:microsoft.com/office/officeart/2005/8/layout/vList2"/>
    <dgm:cxn modelId="{6723B54B-878C-47B1-8CF7-B25432610DEA}" type="presParOf" srcId="{5A1B2910-13BA-454F-9AF8-39E9842921B8}" destId="{4E7B2FC9-2298-4C2A-A570-466813F5B1D1}" srcOrd="1" destOrd="0" presId="urn:microsoft.com/office/officeart/2005/8/layout/vList2"/>
    <dgm:cxn modelId="{E9523220-B4AD-409D-BFB5-2C7949C6624A}" type="presParOf" srcId="{5A1B2910-13BA-454F-9AF8-39E9842921B8}" destId="{50B6C799-A060-44F1-B25E-06DAF1414A77}" srcOrd="2" destOrd="0" presId="urn:microsoft.com/office/officeart/2005/8/layout/vList2"/>
    <dgm:cxn modelId="{9DFDE0F4-4D45-42D9-8640-1AEF9B52535F}" type="presParOf" srcId="{5A1B2910-13BA-454F-9AF8-39E9842921B8}" destId="{BD6075BD-D8A1-4C31-AA71-69D5D80F247C}" srcOrd="3" destOrd="0" presId="urn:microsoft.com/office/officeart/2005/8/layout/vList2"/>
    <dgm:cxn modelId="{2A0A47E9-9584-4C01-AA29-2EEA1E1BBBCE}" type="presParOf" srcId="{5A1B2910-13BA-454F-9AF8-39E9842921B8}" destId="{887C4747-2381-4A62-856A-EA09831A96AA}" srcOrd="4" destOrd="0" presId="urn:microsoft.com/office/officeart/2005/8/layout/vList2"/>
    <dgm:cxn modelId="{F94FDCB3-2806-4800-82A9-76CFA5B4BCF9}" type="presParOf" srcId="{5A1B2910-13BA-454F-9AF8-39E9842921B8}" destId="{2C3C8A57-14AF-4745-AEB9-67368978D486}" srcOrd="5" destOrd="0" presId="urn:microsoft.com/office/officeart/2005/8/layout/vList2"/>
    <dgm:cxn modelId="{F6CB8C9E-DA4F-4628-88CB-A3B61748E2FE}" type="presParOf" srcId="{5A1B2910-13BA-454F-9AF8-39E9842921B8}" destId="{F37F8F70-4FB0-4728-86A8-5830DCE2ABCF}" srcOrd="6" destOrd="0" presId="urn:microsoft.com/office/officeart/2005/8/layout/vList2"/>
    <dgm:cxn modelId="{45190F65-46EB-4884-B7A6-AEB3670AA177}" type="presParOf" srcId="{5A1B2910-13BA-454F-9AF8-39E9842921B8}" destId="{026430C1-602D-4A64-981E-EBD97A4EFF7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AFDDE82-CB8B-4ABE-8DCE-93D8DA1FBD4E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783EFA1-0692-4881-A37A-507E7A7BA514}">
      <dgm:prSet/>
      <dgm:spPr/>
      <dgm:t>
        <a:bodyPr/>
        <a:lstStyle/>
        <a:p>
          <a:r>
            <a:rPr lang="en-US"/>
            <a:t>Too many roles</a:t>
          </a:r>
        </a:p>
      </dgm:t>
    </dgm:pt>
    <dgm:pt modelId="{ECC54922-AB3C-4BFA-99C5-3A91FB4EE142}" type="parTrans" cxnId="{C65A3E7B-6E39-42E5-BBB0-4783E082526B}">
      <dgm:prSet/>
      <dgm:spPr/>
      <dgm:t>
        <a:bodyPr/>
        <a:lstStyle/>
        <a:p>
          <a:endParaRPr lang="en-US"/>
        </a:p>
      </dgm:t>
    </dgm:pt>
    <dgm:pt modelId="{4EEFB630-86B0-480F-9561-BB10870512EE}" type="sibTrans" cxnId="{C65A3E7B-6E39-42E5-BBB0-4783E082526B}">
      <dgm:prSet/>
      <dgm:spPr/>
      <dgm:t>
        <a:bodyPr/>
        <a:lstStyle/>
        <a:p>
          <a:endParaRPr lang="en-US"/>
        </a:p>
      </dgm:t>
    </dgm:pt>
    <dgm:pt modelId="{0DC4A064-F031-4B3E-AE1D-084C72CCA33D}">
      <dgm:prSet/>
      <dgm:spPr/>
      <dgm:t>
        <a:bodyPr/>
        <a:lstStyle/>
        <a:p>
          <a:r>
            <a:rPr lang="en-US"/>
            <a:t>Overuse of admin</a:t>
          </a:r>
        </a:p>
      </dgm:t>
    </dgm:pt>
    <dgm:pt modelId="{21792DDD-C82C-496D-AE78-AF2A4AAC9529}" type="parTrans" cxnId="{CC775A45-6A09-42B8-8072-95D9487AFAE5}">
      <dgm:prSet/>
      <dgm:spPr/>
      <dgm:t>
        <a:bodyPr/>
        <a:lstStyle/>
        <a:p>
          <a:endParaRPr lang="en-US"/>
        </a:p>
      </dgm:t>
    </dgm:pt>
    <dgm:pt modelId="{B06D1DCA-527A-4212-BFF4-A7DA3A261021}" type="sibTrans" cxnId="{CC775A45-6A09-42B8-8072-95D9487AFAE5}">
      <dgm:prSet/>
      <dgm:spPr/>
      <dgm:t>
        <a:bodyPr/>
        <a:lstStyle/>
        <a:p>
          <a:endParaRPr lang="en-US"/>
        </a:p>
      </dgm:t>
    </dgm:pt>
    <dgm:pt modelId="{3DC5BF13-1E37-4AAF-AD42-010F6FEFF498}">
      <dgm:prSet/>
      <dgm:spPr/>
      <dgm:t>
        <a:bodyPr/>
        <a:lstStyle/>
        <a:p>
          <a:r>
            <a:rPr lang="en-US"/>
            <a:t>Stale users</a:t>
          </a:r>
        </a:p>
      </dgm:t>
    </dgm:pt>
    <dgm:pt modelId="{670C1015-9039-49CF-98F1-90008EF573BD}" type="parTrans" cxnId="{137340B4-A80E-46BC-8493-CFA9C724156F}">
      <dgm:prSet/>
      <dgm:spPr/>
      <dgm:t>
        <a:bodyPr/>
        <a:lstStyle/>
        <a:p>
          <a:endParaRPr lang="en-US"/>
        </a:p>
      </dgm:t>
    </dgm:pt>
    <dgm:pt modelId="{4846F7B7-C9B6-4E1C-81DA-3976325AF5BB}" type="sibTrans" cxnId="{137340B4-A80E-46BC-8493-CFA9C724156F}">
      <dgm:prSet/>
      <dgm:spPr/>
      <dgm:t>
        <a:bodyPr/>
        <a:lstStyle/>
        <a:p>
          <a:endParaRPr lang="en-US"/>
        </a:p>
      </dgm:t>
    </dgm:pt>
    <dgm:pt modelId="{78F0870F-BE15-4566-B323-3FAC5264ECD8}">
      <dgm:prSet/>
      <dgm:spPr/>
      <dgm:t>
        <a:bodyPr/>
        <a:lstStyle/>
        <a:p>
          <a:r>
            <a:rPr lang="en-US"/>
            <a:t>Solution: automation and governance</a:t>
          </a:r>
        </a:p>
      </dgm:t>
    </dgm:pt>
    <dgm:pt modelId="{05D8886C-8AB8-4E4B-813F-3BE37CA5CD5B}" type="parTrans" cxnId="{8403E2E4-68BE-4FBC-8505-1CBF814BB58C}">
      <dgm:prSet/>
      <dgm:spPr/>
      <dgm:t>
        <a:bodyPr/>
        <a:lstStyle/>
        <a:p>
          <a:endParaRPr lang="en-US"/>
        </a:p>
      </dgm:t>
    </dgm:pt>
    <dgm:pt modelId="{8BA2A2AB-7CEE-4911-8F81-07ED755007EA}" type="sibTrans" cxnId="{8403E2E4-68BE-4FBC-8505-1CBF814BB58C}">
      <dgm:prSet/>
      <dgm:spPr/>
      <dgm:t>
        <a:bodyPr/>
        <a:lstStyle/>
        <a:p>
          <a:endParaRPr lang="en-US"/>
        </a:p>
      </dgm:t>
    </dgm:pt>
    <dgm:pt modelId="{69BFB770-6DA4-4729-A33F-EC3695578533}" type="pres">
      <dgm:prSet presAssocID="{1AFDDE82-CB8B-4ABE-8DCE-93D8DA1FBD4E}" presName="linear" presStyleCnt="0">
        <dgm:presLayoutVars>
          <dgm:dir/>
          <dgm:animLvl val="lvl"/>
          <dgm:resizeHandles val="exact"/>
        </dgm:presLayoutVars>
      </dgm:prSet>
      <dgm:spPr/>
    </dgm:pt>
    <dgm:pt modelId="{F01C10D4-86B2-4B95-B732-60E3CA86F342}" type="pres">
      <dgm:prSet presAssocID="{B783EFA1-0692-4881-A37A-507E7A7BA514}" presName="parentLin" presStyleCnt="0"/>
      <dgm:spPr/>
    </dgm:pt>
    <dgm:pt modelId="{225FD7A1-04DD-4F66-B79C-2901FB64773A}" type="pres">
      <dgm:prSet presAssocID="{B783EFA1-0692-4881-A37A-507E7A7BA514}" presName="parentLeftMargin" presStyleLbl="node1" presStyleIdx="0" presStyleCnt="4"/>
      <dgm:spPr/>
    </dgm:pt>
    <dgm:pt modelId="{76C0141F-846D-486C-BF87-4FF512B64F10}" type="pres">
      <dgm:prSet presAssocID="{B783EFA1-0692-4881-A37A-507E7A7BA5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F3B9B8A-930A-4469-8CF0-6B0D9345F7DF}" type="pres">
      <dgm:prSet presAssocID="{B783EFA1-0692-4881-A37A-507E7A7BA514}" presName="negativeSpace" presStyleCnt="0"/>
      <dgm:spPr/>
    </dgm:pt>
    <dgm:pt modelId="{E5254BAF-59B4-4112-A563-B0151137655B}" type="pres">
      <dgm:prSet presAssocID="{B783EFA1-0692-4881-A37A-507E7A7BA514}" presName="childText" presStyleLbl="conFgAcc1" presStyleIdx="0" presStyleCnt="4">
        <dgm:presLayoutVars>
          <dgm:bulletEnabled val="1"/>
        </dgm:presLayoutVars>
      </dgm:prSet>
      <dgm:spPr/>
    </dgm:pt>
    <dgm:pt modelId="{E6EA2FD9-66FA-4675-AB7A-721CA35FEC96}" type="pres">
      <dgm:prSet presAssocID="{4EEFB630-86B0-480F-9561-BB10870512EE}" presName="spaceBetweenRectangles" presStyleCnt="0"/>
      <dgm:spPr/>
    </dgm:pt>
    <dgm:pt modelId="{1730A65D-0D6E-4823-84D3-779F725398B6}" type="pres">
      <dgm:prSet presAssocID="{0DC4A064-F031-4B3E-AE1D-084C72CCA33D}" presName="parentLin" presStyleCnt="0"/>
      <dgm:spPr/>
    </dgm:pt>
    <dgm:pt modelId="{60593AFB-1326-4B39-85FD-04E296075302}" type="pres">
      <dgm:prSet presAssocID="{0DC4A064-F031-4B3E-AE1D-084C72CCA33D}" presName="parentLeftMargin" presStyleLbl="node1" presStyleIdx="0" presStyleCnt="4"/>
      <dgm:spPr/>
    </dgm:pt>
    <dgm:pt modelId="{9295CAC0-D03A-4504-8DD6-D331B2244AAD}" type="pres">
      <dgm:prSet presAssocID="{0DC4A064-F031-4B3E-AE1D-084C72CCA33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F692D30-AA48-483A-B137-57E6E22CE569}" type="pres">
      <dgm:prSet presAssocID="{0DC4A064-F031-4B3E-AE1D-084C72CCA33D}" presName="negativeSpace" presStyleCnt="0"/>
      <dgm:spPr/>
    </dgm:pt>
    <dgm:pt modelId="{77CD5AB9-77BC-47B8-BE62-94343CD40998}" type="pres">
      <dgm:prSet presAssocID="{0DC4A064-F031-4B3E-AE1D-084C72CCA33D}" presName="childText" presStyleLbl="conFgAcc1" presStyleIdx="1" presStyleCnt="4">
        <dgm:presLayoutVars>
          <dgm:bulletEnabled val="1"/>
        </dgm:presLayoutVars>
      </dgm:prSet>
      <dgm:spPr/>
    </dgm:pt>
    <dgm:pt modelId="{0A0470AE-C8F2-42A3-9CC7-ADED60D979B7}" type="pres">
      <dgm:prSet presAssocID="{B06D1DCA-527A-4212-BFF4-A7DA3A261021}" presName="spaceBetweenRectangles" presStyleCnt="0"/>
      <dgm:spPr/>
    </dgm:pt>
    <dgm:pt modelId="{E3257972-FC41-4DB9-B0C1-43E90F7E4A80}" type="pres">
      <dgm:prSet presAssocID="{3DC5BF13-1E37-4AAF-AD42-010F6FEFF498}" presName="parentLin" presStyleCnt="0"/>
      <dgm:spPr/>
    </dgm:pt>
    <dgm:pt modelId="{1B4E77CE-6418-47E7-B938-B70884ABC497}" type="pres">
      <dgm:prSet presAssocID="{3DC5BF13-1E37-4AAF-AD42-010F6FEFF498}" presName="parentLeftMargin" presStyleLbl="node1" presStyleIdx="1" presStyleCnt="4"/>
      <dgm:spPr/>
    </dgm:pt>
    <dgm:pt modelId="{E8794B48-3CB1-431B-A9A7-1AB5C6F36117}" type="pres">
      <dgm:prSet presAssocID="{3DC5BF13-1E37-4AAF-AD42-010F6FEFF4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FC51D53-5D3A-4646-B0E7-6E5EF437B974}" type="pres">
      <dgm:prSet presAssocID="{3DC5BF13-1E37-4AAF-AD42-010F6FEFF498}" presName="negativeSpace" presStyleCnt="0"/>
      <dgm:spPr/>
    </dgm:pt>
    <dgm:pt modelId="{A29F51E2-517E-41D0-97C1-F52CF47A6E17}" type="pres">
      <dgm:prSet presAssocID="{3DC5BF13-1E37-4AAF-AD42-010F6FEFF498}" presName="childText" presStyleLbl="conFgAcc1" presStyleIdx="2" presStyleCnt="4">
        <dgm:presLayoutVars>
          <dgm:bulletEnabled val="1"/>
        </dgm:presLayoutVars>
      </dgm:prSet>
      <dgm:spPr/>
    </dgm:pt>
    <dgm:pt modelId="{AF8D5852-45F6-453B-B49C-F4EC42A56293}" type="pres">
      <dgm:prSet presAssocID="{4846F7B7-C9B6-4E1C-81DA-3976325AF5BB}" presName="spaceBetweenRectangles" presStyleCnt="0"/>
      <dgm:spPr/>
    </dgm:pt>
    <dgm:pt modelId="{3BA6AF68-81B2-4C8A-B1BE-5B1576145621}" type="pres">
      <dgm:prSet presAssocID="{78F0870F-BE15-4566-B323-3FAC5264ECD8}" presName="parentLin" presStyleCnt="0"/>
      <dgm:spPr/>
    </dgm:pt>
    <dgm:pt modelId="{A4BE7D7D-CEB0-4D40-B7A3-CFB3D5AE7AE4}" type="pres">
      <dgm:prSet presAssocID="{78F0870F-BE15-4566-B323-3FAC5264ECD8}" presName="parentLeftMargin" presStyleLbl="node1" presStyleIdx="2" presStyleCnt="4"/>
      <dgm:spPr/>
    </dgm:pt>
    <dgm:pt modelId="{36FAB995-F176-4DCC-BC17-1EC8D721D1C9}" type="pres">
      <dgm:prSet presAssocID="{78F0870F-BE15-4566-B323-3FAC5264ECD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049AAE5-D74A-48EF-9624-A0D246CBE277}" type="pres">
      <dgm:prSet presAssocID="{78F0870F-BE15-4566-B323-3FAC5264ECD8}" presName="negativeSpace" presStyleCnt="0"/>
      <dgm:spPr/>
    </dgm:pt>
    <dgm:pt modelId="{CA051E3E-9491-4030-A2EA-333487782612}" type="pres">
      <dgm:prSet presAssocID="{78F0870F-BE15-4566-B323-3FAC5264ECD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2064019-2768-4B17-8270-A255E0EDBA73}" type="presOf" srcId="{3DC5BF13-1E37-4AAF-AD42-010F6FEFF498}" destId="{1B4E77CE-6418-47E7-B938-B70884ABC497}" srcOrd="0" destOrd="0" presId="urn:microsoft.com/office/officeart/2005/8/layout/list1"/>
    <dgm:cxn modelId="{9D33C41F-98B8-47D3-AC57-05A1C8ED62B2}" type="presOf" srcId="{3DC5BF13-1E37-4AAF-AD42-010F6FEFF498}" destId="{E8794B48-3CB1-431B-A9A7-1AB5C6F36117}" srcOrd="1" destOrd="0" presId="urn:microsoft.com/office/officeart/2005/8/layout/list1"/>
    <dgm:cxn modelId="{CC775A45-6A09-42B8-8072-95D9487AFAE5}" srcId="{1AFDDE82-CB8B-4ABE-8DCE-93D8DA1FBD4E}" destId="{0DC4A064-F031-4B3E-AE1D-084C72CCA33D}" srcOrd="1" destOrd="0" parTransId="{21792DDD-C82C-496D-AE78-AF2A4AAC9529}" sibTransId="{B06D1DCA-527A-4212-BFF4-A7DA3A261021}"/>
    <dgm:cxn modelId="{DC32E470-8D50-48D1-A6F2-4AD543465FA2}" type="presOf" srcId="{B783EFA1-0692-4881-A37A-507E7A7BA514}" destId="{76C0141F-846D-486C-BF87-4FF512B64F10}" srcOrd="1" destOrd="0" presId="urn:microsoft.com/office/officeart/2005/8/layout/list1"/>
    <dgm:cxn modelId="{50DB7A74-72BB-43A7-9395-B1D736B339D1}" type="presOf" srcId="{78F0870F-BE15-4566-B323-3FAC5264ECD8}" destId="{A4BE7D7D-CEB0-4D40-B7A3-CFB3D5AE7AE4}" srcOrd="0" destOrd="0" presId="urn:microsoft.com/office/officeart/2005/8/layout/list1"/>
    <dgm:cxn modelId="{C65A3E7B-6E39-42E5-BBB0-4783E082526B}" srcId="{1AFDDE82-CB8B-4ABE-8DCE-93D8DA1FBD4E}" destId="{B783EFA1-0692-4881-A37A-507E7A7BA514}" srcOrd="0" destOrd="0" parTransId="{ECC54922-AB3C-4BFA-99C5-3A91FB4EE142}" sibTransId="{4EEFB630-86B0-480F-9561-BB10870512EE}"/>
    <dgm:cxn modelId="{59BE8997-4492-40B7-8848-3CF0C7024778}" type="presOf" srcId="{0DC4A064-F031-4B3E-AE1D-084C72CCA33D}" destId="{60593AFB-1326-4B39-85FD-04E296075302}" srcOrd="0" destOrd="0" presId="urn:microsoft.com/office/officeart/2005/8/layout/list1"/>
    <dgm:cxn modelId="{B9AD43A2-AB71-46CA-861B-216A9256685E}" type="presOf" srcId="{1AFDDE82-CB8B-4ABE-8DCE-93D8DA1FBD4E}" destId="{69BFB770-6DA4-4729-A33F-EC3695578533}" srcOrd="0" destOrd="0" presId="urn:microsoft.com/office/officeart/2005/8/layout/list1"/>
    <dgm:cxn modelId="{137340B4-A80E-46BC-8493-CFA9C724156F}" srcId="{1AFDDE82-CB8B-4ABE-8DCE-93D8DA1FBD4E}" destId="{3DC5BF13-1E37-4AAF-AD42-010F6FEFF498}" srcOrd="2" destOrd="0" parTransId="{670C1015-9039-49CF-98F1-90008EF573BD}" sibTransId="{4846F7B7-C9B6-4E1C-81DA-3976325AF5BB}"/>
    <dgm:cxn modelId="{F4E20CC5-49AC-438D-A999-54DA2B938A22}" type="presOf" srcId="{0DC4A064-F031-4B3E-AE1D-084C72CCA33D}" destId="{9295CAC0-D03A-4504-8DD6-D331B2244AAD}" srcOrd="1" destOrd="0" presId="urn:microsoft.com/office/officeart/2005/8/layout/list1"/>
    <dgm:cxn modelId="{04B208CA-4290-413D-BD30-AFE6A0CFEEA1}" type="presOf" srcId="{78F0870F-BE15-4566-B323-3FAC5264ECD8}" destId="{36FAB995-F176-4DCC-BC17-1EC8D721D1C9}" srcOrd="1" destOrd="0" presId="urn:microsoft.com/office/officeart/2005/8/layout/list1"/>
    <dgm:cxn modelId="{8403E2E4-68BE-4FBC-8505-1CBF814BB58C}" srcId="{1AFDDE82-CB8B-4ABE-8DCE-93D8DA1FBD4E}" destId="{78F0870F-BE15-4566-B323-3FAC5264ECD8}" srcOrd="3" destOrd="0" parTransId="{05D8886C-8AB8-4E4B-813F-3BE37CA5CD5B}" sibTransId="{8BA2A2AB-7CEE-4911-8F81-07ED755007EA}"/>
    <dgm:cxn modelId="{1C6927EC-68EA-436C-BDCC-317147157970}" type="presOf" srcId="{B783EFA1-0692-4881-A37A-507E7A7BA514}" destId="{225FD7A1-04DD-4F66-B79C-2901FB64773A}" srcOrd="0" destOrd="0" presId="urn:microsoft.com/office/officeart/2005/8/layout/list1"/>
    <dgm:cxn modelId="{41DAC92A-122D-401E-AC04-0EA4A766C2EC}" type="presParOf" srcId="{69BFB770-6DA4-4729-A33F-EC3695578533}" destId="{F01C10D4-86B2-4B95-B732-60E3CA86F342}" srcOrd="0" destOrd="0" presId="urn:microsoft.com/office/officeart/2005/8/layout/list1"/>
    <dgm:cxn modelId="{BADBC03E-9717-43D4-BBF9-088063D91F3C}" type="presParOf" srcId="{F01C10D4-86B2-4B95-B732-60E3CA86F342}" destId="{225FD7A1-04DD-4F66-B79C-2901FB64773A}" srcOrd="0" destOrd="0" presId="urn:microsoft.com/office/officeart/2005/8/layout/list1"/>
    <dgm:cxn modelId="{DD3A85FE-F500-41A6-82D0-186596FC5FBD}" type="presParOf" srcId="{F01C10D4-86B2-4B95-B732-60E3CA86F342}" destId="{76C0141F-846D-486C-BF87-4FF512B64F10}" srcOrd="1" destOrd="0" presId="urn:microsoft.com/office/officeart/2005/8/layout/list1"/>
    <dgm:cxn modelId="{B6FEE6FF-5EC4-428F-9801-B9AFD35906F3}" type="presParOf" srcId="{69BFB770-6DA4-4729-A33F-EC3695578533}" destId="{BF3B9B8A-930A-4469-8CF0-6B0D9345F7DF}" srcOrd="1" destOrd="0" presId="urn:microsoft.com/office/officeart/2005/8/layout/list1"/>
    <dgm:cxn modelId="{13FAFE69-ADAC-412E-A736-1B91D476140A}" type="presParOf" srcId="{69BFB770-6DA4-4729-A33F-EC3695578533}" destId="{E5254BAF-59B4-4112-A563-B0151137655B}" srcOrd="2" destOrd="0" presId="urn:microsoft.com/office/officeart/2005/8/layout/list1"/>
    <dgm:cxn modelId="{52F78A6A-CCD1-4C71-B4BD-F4096CB0E40E}" type="presParOf" srcId="{69BFB770-6DA4-4729-A33F-EC3695578533}" destId="{E6EA2FD9-66FA-4675-AB7A-721CA35FEC96}" srcOrd="3" destOrd="0" presId="urn:microsoft.com/office/officeart/2005/8/layout/list1"/>
    <dgm:cxn modelId="{8184B409-C571-4381-B37F-FFFD824024EC}" type="presParOf" srcId="{69BFB770-6DA4-4729-A33F-EC3695578533}" destId="{1730A65D-0D6E-4823-84D3-779F725398B6}" srcOrd="4" destOrd="0" presId="urn:microsoft.com/office/officeart/2005/8/layout/list1"/>
    <dgm:cxn modelId="{664C39E2-92DE-4486-A634-40371AC158A4}" type="presParOf" srcId="{1730A65D-0D6E-4823-84D3-779F725398B6}" destId="{60593AFB-1326-4B39-85FD-04E296075302}" srcOrd="0" destOrd="0" presId="urn:microsoft.com/office/officeart/2005/8/layout/list1"/>
    <dgm:cxn modelId="{4D268E2F-4777-4293-BCF8-28A05AC6E01B}" type="presParOf" srcId="{1730A65D-0D6E-4823-84D3-779F725398B6}" destId="{9295CAC0-D03A-4504-8DD6-D331B2244AAD}" srcOrd="1" destOrd="0" presId="urn:microsoft.com/office/officeart/2005/8/layout/list1"/>
    <dgm:cxn modelId="{9B51FDFB-60DE-460C-A850-B466A596702A}" type="presParOf" srcId="{69BFB770-6DA4-4729-A33F-EC3695578533}" destId="{3F692D30-AA48-483A-B137-57E6E22CE569}" srcOrd="5" destOrd="0" presId="urn:microsoft.com/office/officeart/2005/8/layout/list1"/>
    <dgm:cxn modelId="{F775618B-E30A-4195-8631-DECEF633EE08}" type="presParOf" srcId="{69BFB770-6DA4-4729-A33F-EC3695578533}" destId="{77CD5AB9-77BC-47B8-BE62-94343CD40998}" srcOrd="6" destOrd="0" presId="urn:microsoft.com/office/officeart/2005/8/layout/list1"/>
    <dgm:cxn modelId="{58DA217E-7CA9-49B7-94B6-5148077C2CF5}" type="presParOf" srcId="{69BFB770-6DA4-4729-A33F-EC3695578533}" destId="{0A0470AE-C8F2-42A3-9CC7-ADED60D979B7}" srcOrd="7" destOrd="0" presId="urn:microsoft.com/office/officeart/2005/8/layout/list1"/>
    <dgm:cxn modelId="{4D026D92-074C-4CC9-9040-E0B349C9FC08}" type="presParOf" srcId="{69BFB770-6DA4-4729-A33F-EC3695578533}" destId="{E3257972-FC41-4DB9-B0C1-43E90F7E4A80}" srcOrd="8" destOrd="0" presId="urn:microsoft.com/office/officeart/2005/8/layout/list1"/>
    <dgm:cxn modelId="{8C7FB0EE-32C5-45DD-B0E9-F558B1679F24}" type="presParOf" srcId="{E3257972-FC41-4DB9-B0C1-43E90F7E4A80}" destId="{1B4E77CE-6418-47E7-B938-B70884ABC497}" srcOrd="0" destOrd="0" presId="urn:microsoft.com/office/officeart/2005/8/layout/list1"/>
    <dgm:cxn modelId="{CA8FEB8F-16AD-40B6-B950-203E65ED6908}" type="presParOf" srcId="{E3257972-FC41-4DB9-B0C1-43E90F7E4A80}" destId="{E8794B48-3CB1-431B-A9A7-1AB5C6F36117}" srcOrd="1" destOrd="0" presId="urn:microsoft.com/office/officeart/2005/8/layout/list1"/>
    <dgm:cxn modelId="{470CBADC-18E8-43B2-AD28-28931D56A546}" type="presParOf" srcId="{69BFB770-6DA4-4729-A33F-EC3695578533}" destId="{2FC51D53-5D3A-4646-B0E7-6E5EF437B974}" srcOrd="9" destOrd="0" presId="urn:microsoft.com/office/officeart/2005/8/layout/list1"/>
    <dgm:cxn modelId="{16A08024-6E6B-40E0-985C-2F2E68943F6C}" type="presParOf" srcId="{69BFB770-6DA4-4729-A33F-EC3695578533}" destId="{A29F51E2-517E-41D0-97C1-F52CF47A6E17}" srcOrd="10" destOrd="0" presId="urn:microsoft.com/office/officeart/2005/8/layout/list1"/>
    <dgm:cxn modelId="{6948A2E9-C1C5-469C-A2B7-A8958FB1B1E4}" type="presParOf" srcId="{69BFB770-6DA4-4729-A33F-EC3695578533}" destId="{AF8D5852-45F6-453B-B49C-F4EC42A56293}" srcOrd="11" destOrd="0" presId="urn:microsoft.com/office/officeart/2005/8/layout/list1"/>
    <dgm:cxn modelId="{C77AD588-0DDC-4BFD-B936-F49347D2DF75}" type="presParOf" srcId="{69BFB770-6DA4-4729-A33F-EC3695578533}" destId="{3BA6AF68-81B2-4C8A-B1BE-5B1576145621}" srcOrd="12" destOrd="0" presId="urn:microsoft.com/office/officeart/2005/8/layout/list1"/>
    <dgm:cxn modelId="{5F6400E8-DE6B-40D6-8D71-75395B8B791F}" type="presParOf" srcId="{3BA6AF68-81B2-4C8A-B1BE-5B1576145621}" destId="{A4BE7D7D-CEB0-4D40-B7A3-CFB3D5AE7AE4}" srcOrd="0" destOrd="0" presId="urn:microsoft.com/office/officeart/2005/8/layout/list1"/>
    <dgm:cxn modelId="{469B7093-A187-4CEB-9552-356ADAC914C0}" type="presParOf" srcId="{3BA6AF68-81B2-4C8A-B1BE-5B1576145621}" destId="{36FAB995-F176-4DCC-BC17-1EC8D721D1C9}" srcOrd="1" destOrd="0" presId="urn:microsoft.com/office/officeart/2005/8/layout/list1"/>
    <dgm:cxn modelId="{D35092D8-F8A6-4DE5-8DC2-A10C08B80862}" type="presParOf" srcId="{69BFB770-6DA4-4729-A33F-EC3695578533}" destId="{8049AAE5-D74A-48EF-9624-A0D246CBE277}" srcOrd="13" destOrd="0" presId="urn:microsoft.com/office/officeart/2005/8/layout/list1"/>
    <dgm:cxn modelId="{16E9BE32-77F7-4677-B994-8323827E7077}" type="presParOf" srcId="{69BFB770-6DA4-4729-A33F-EC3695578533}" destId="{CA051E3E-9491-4030-A2EA-33348778261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4702C7A-791A-427B-90B9-881DAA5A4D2C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5D7AA87-F173-4EE9-83B7-559C11E60016}">
      <dgm:prSet/>
      <dgm:spPr/>
      <dgm:t>
        <a:bodyPr/>
        <a:lstStyle/>
        <a:p>
          <a:r>
            <a:rPr lang="en-US"/>
            <a:t>Use</a:t>
          </a:r>
        </a:p>
      </dgm:t>
    </dgm:pt>
    <dgm:pt modelId="{E4530F37-BC21-45A2-B2CF-47EB78CEBE32}" type="parTrans" cxnId="{CE30EAAA-D621-45F8-93D1-E81807E642CB}">
      <dgm:prSet/>
      <dgm:spPr/>
      <dgm:t>
        <a:bodyPr/>
        <a:lstStyle/>
        <a:p>
          <a:endParaRPr lang="en-US"/>
        </a:p>
      </dgm:t>
    </dgm:pt>
    <dgm:pt modelId="{A4A2633C-6B62-4037-8084-B4031098F226}" type="sibTrans" cxnId="{CE30EAAA-D621-45F8-93D1-E81807E642CB}">
      <dgm:prSet/>
      <dgm:spPr/>
      <dgm:t>
        <a:bodyPr/>
        <a:lstStyle/>
        <a:p>
          <a:endParaRPr lang="en-US"/>
        </a:p>
      </dgm:t>
    </dgm:pt>
    <dgm:pt modelId="{7A96C0DF-AAA0-45FB-BA1F-A8D6B5CD0CC6}">
      <dgm:prSet/>
      <dgm:spPr/>
      <dgm:t>
        <a:bodyPr/>
        <a:lstStyle/>
        <a:p>
          <a:r>
            <a:rPr lang="en-US"/>
            <a:t>Use roles, not direct permissions</a:t>
          </a:r>
        </a:p>
      </dgm:t>
    </dgm:pt>
    <dgm:pt modelId="{E69F4F14-0797-4F67-AF46-738C443680B1}" type="parTrans" cxnId="{C407C318-281C-4451-BFB7-20FD5F727D78}">
      <dgm:prSet/>
      <dgm:spPr/>
      <dgm:t>
        <a:bodyPr/>
        <a:lstStyle/>
        <a:p>
          <a:endParaRPr lang="en-US"/>
        </a:p>
      </dgm:t>
    </dgm:pt>
    <dgm:pt modelId="{0E4AFACA-7437-43F2-ABDA-2348CF0727E6}" type="sibTrans" cxnId="{C407C318-281C-4451-BFB7-20FD5F727D78}">
      <dgm:prSet/>
      <dgm:spPr/>
      <dgm:t>
        <a:bodyPr/>
        <a:lstStyle/>
        <a:p>
          <a:endParaRPr lang="en-US"/>
        </a:p>
      </dgm:t>
    </dgm:pt>
    <dgm:pt modelId="{297CC694-15AA-4D0E-AEFF-40CF49FEDEBF}">
      <dgm:prSet/>
      <dgm:spPr/>
      <dgm:t>
        <a:bodyPr/>
        <a:lstStyle/>
        <a:p>
          <a:r>
            <a:rPr lang="en-US"/>
            <a:t>Start</a:t>
          </a:r>
        </a:p>
      </dgm:t>
    </dgm:pt>
    <dgm:pt modelId="{B639CC7C-B1C3-464C-A923-D614AF2D2475}" type="parTrans" cxnId="{8249CDEE-52C0-407E-A7ED-35099C68A94B}">
      <dgm:prSet/>
      <dgm:spPr/>
      <dgm:t>
        <a:bodyPr/>
        <a:lstStyle/>
        <a:p>
          <a:endParaRPr lang="en-US"/>
        </a:p>
      </dgm:t>
    </dgm:pt>
    <dgm:pt modelId="{6C3CF2D1-DE97-4F87-B64C-A49375DCFD5B}" type="sibTrans" cxnId="{8249CDEE-52C0-407E-A7ED-35099C68A94B}">
      <dgm:prSet/>
      <dgm:spPr/>
      <dgm:t>
        <a:bodyPr/>
        <a:lstStyle/>
        <a:p>
          <a:endParaRPr lang="en-US"/>
        </a:p>
      </dgm:t>
    </dgm:pt>
    <dgm:pt modelId="{00D44B02-764E-4F62-9172-5B01871A4FED}">
      <dgm:prSet/>
      <dgm:spPr/>
      <dgm:t>
        <a:bodyPr/>
        <a:lstStyle/>
        <a:p>
          <a:r>
            <a:rPr lang="en-US"/>
            <a:t>Start simple</a:t>
          </a:r>
        </a:p>
      </dgm:t>
    </dgm:pt>
    <dgm:pt modelId="{FB1BAB01-28AC-447A-ABD4-7F73224C44B5}" type="parTrans" cxnId="{62B1E0B9-EDB0-4430-B8F9-088EC6551E0F}">
      <dgm:prSet/>
      <dgm:spPr/>
      <dgm:t>
        <a:bodyPr/>
        <a:lstStyle/>
        <a:p>
          <a:endParaRPr lang="en-US"/>
        </a:p>
      </dgm:t>
    </dgm:pt>
    <dgm:pt modelId="{D7865892-DFC0-4C9D-BC69-25450F930A45}" type="sibTrans" cxnId="{62B1E0B9-EDB0-4430-B8F9-088EC6551E0F}">
      <dgm:prSet/>
      <dgm:spPr/>
      <dgm:t>
        <a:bodyPr/>
        <a:lstStyle/>
        <a:p>
          <a:endParaRPr lang="en-US"/>
        </a:p>
      </dgm:t>
    </dgm:pt>
    <dgm:pt modelId="{74AFD878-E825-434A-8A9D-956E56919C4D}">
      <dgm:prSet/>
      <dgm:spPr/>
      <dgm:t>
        <a:bodyPr/>
        <a:lstStyle/>
        <a:p>
          <a:r>
            <a:rPr lang="en-US"/>
            <a:t>Audit</a:t>
          </a:r>
        </a:p>
      </dgm:t>
    </dgm:pt>
    <dgm:pt modelId="{1920F376-4F2E-4B41-91B1-9E8498A9996A}" type="parTrans" cxnId="{3290F011-9FEC-4EFA-AEE2-1F588C10FB4C}">
      <dgm:prSet/>
      <dgm:spPr/>
      <dgm:t>
        <a:bodyPr/>
        <a:lstStyle/>
        <a:p>
          <a:endParaRPr lang="en-US"/>
        </a:p>
      </dgm:t>
    </dgm:pt>
    <dgm:pt modelId="{3F413DC4-1699-4E34-A035-93E80BBE1451}" type="sibTrans" cxnId="{3290F011-9FEC-4EFA-AEE2-1F588C10FB4C}">
      <dgm:prSet/>
      <dgm:spPr/>
      <dgm:t>
        <a:bodyPr/>
        <a:lstStyle/>
        <a:p>
          <a:endParaRPr lang="en-US"/>
        </a:p>
      </dgm:t>
    </dgm:pt>
    <dgm:pt modelId="{7BEDF149-898D-4CC6-A431-887EE71319CE}">
      <dgm:prSet/>
      <dgm:spPr/>
      <dgm:t>
        <a:bodyPr/>
        <a:lstStyle/>
        <a:p>
          <a:r>
            <a:rPr lang="en-US"/>
            <a:t>Audit everything</a:t>
          </a:r>
        </a:p>
      </dgm:t>
    </dgm:pt>
    <dgm:pt modelId="{114FFB5A-AC32-4FD0-94E3-245B5BB178C3}" type="parTrans" cxnId="{D6EE2F7C-BD39-4086-9121-F7A37730C6AC}">
      <dgm:prSet/>
      <dgm:spPr/>
      <dgm:t>
        <a:bodyPr/>
        <a:lstStyle/>
        <a:p>
          <a:endParaRPr lang="en-US"/>
        </a:p>
      </dgm:t>
    </dgm:pt>
    <dgm:pt modelId="{EBA1C8C3-9BB6-46D8-B4B9-7B0F2FEAC9C8}" type="sibTrans" cxnId="{D6EE2F7C-BD39-4086-9121-F7A37730C6AC}">
      <dgm:prSet/>
      <dgm:spPr/>
      <dgm:t>
        <a:bodyPr/>
        <a:lstStyle/>
        <a:p>
          <a:endParaRPr lang="en-US"/>
        </a:p>
      </dgm:t>
    </dgm:pt>
    <dgm:pt modelId="{16977C21-0915-4802-81F2-F66DDC31BAE1}">
      <dgm:prSet/>
      <dgm:spPr/>
      <dgm:t>
        <a:bodyPr/>
        <a:lstStyle/>
        <a:p>
          <a:r>
            <a:rPr lang="en-US"/>
            <a:t>Grant</a:t>
          </a:r>
        </a:p>
      </dgm:t>
    </dgm:pt>
    <dgm:pt modelId="{7ABD426D-E596-4B06-8907-423DDF338D36}" type="parTrans" cxnId="{B5B758E4-FD2A-439F-95CE-FAA20977BD93}">
      <dgm:prSet/>
      <dgm:spPr/>
      <dgm:t>
        <a:bodyPr/>
        <a:lstStyle/>
        <a:p>
          <a:endParaRPr lang="en-US"/>
        </a:p>
      </dgm:t>
    </dgm:pt>
    <dgm:pt modelId="{C6C59060-E9BA-4413-9783-5D959AC76747}" type="sibTrans" cxnId="{B5B758E4-FD2A-439F-95CE-FAA20977BD93}">
      <dgm:prSet/>
      <dgm:spPr/>
      <dgm:t>
        <a:bodyPr/>
        <a:lstStyle/>
        <a:p>
          <a:endParaRPr lang="en-US"/>
        </a:p>
      </dgm:t>
    </dgm:pt>
    <dgm:pt modelId="{3BCA9946-FAED-4ECA-B338-C3D2DA1162D3}">
      <dgm:prSet/>
      <dgm:spPr/>
      <dgm:t>
        <a:bodyPr/>
        <a:lstStyle/>
        <a:p>
          <a:r>
            <a:rPr lang="en-US"/>
            <a:t>Grant minimal access</a:t>
          </a:r>
        </a:p>
      </dgm:t>
    </dgm:pt>
    <dgm:pt modelId="{86FA8A06-14CE-4ED6-B1A6-BB3E7C275350}" type="parTrans" cxnId="{794FEF49-F9A6-426F-8089-6D74266669F8}">
      <dgm:prSet/>
      <dgm:spPr/>
      <dgm:t>
        <a:bodyPr/>
        <a:lstStyle/>
        <a:p>
          <a:endParaRPr lang="en-US"/>
        </a:p>
      </dgm:t>
    </dgm:pt>
    <dgm:pt modelId="{F2D1E2BE-667D-4FC0-AEEA-BD45148DB52A}" type="sibTrans" cxnId="{794FEF49-F9A6-426F-8089-6D74266669F8}">
      <dgm:prSet/>
      <dgm:spPr/>
      <dgm:t>
        <a:bodyPr/>
        <a:lstStyle/>
        <a:p>
          <a:endParaRPr lang="en-US"/>
        </a:p>
      </dgm:t>
    </dgm:pt>
    <dgm:pt modelId="{24FB8B67-EBCB-465D-8C9B-897F86575E09}" type="pres">
      <dgm:prSet presAssocID="{84702C7A-791A-427B-90B9-881DAA5A4D2C}" presName="Name0" presStyleCnt="0">
        <dgm:presLayoutVars>
          <dgm:dir/>
          <dgm:animLvl val="lvl"/>
          <dgm:resizeHandles val="exact"/>
        </dgm:presLayoutVars>
      </dgm:prSet>
      <dgm:spPr/>
    </dgm:pt>
    <dgm:pt modelId="{E2035B59-4B96-4E9B-B5D7-FAB2CDFA7ACE}" type="pres">
      <dgm:prSet presAssocID="{75D7AA87-F173-4EE9-83B7-559C11E60016}" presName="linNode" presStyleCnt="0"/>
      <dgm:spPr/>
    </dgm:pt>
    <dgm:pt modelId="{3874D84A-BAD4-4B0B-90FB-8A031052088B}" type="pres">
      <dgm:prSet presAssocID="{75D7AA87-F173-4EE9-83B7-559C11E60016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63EE712C-CA1F-402C-8244-ADF6EA472938}" type="pres">
      <dgm:prSet presAssocID="{75D7AA87-F173-4EE9-83B7-559C11E60016}" presName="descendantText" presStyleLbl="alignNode1" presStyleIdx="0" presStyleCnt="4">
        <dgm:presLayoutVars>
          <dgm:bulletEnabled/>
        </dgm:presLayoutVars>
      </dgm:prSet>
      <dgm:spPr/>
    </dgm:pt>
    <dgm:pt modelId="{D39DC83F-C425-49BB-AA14-DCE1642397A1}" type="pres">
      <dgm:prSet presAssocID="{A4A2633C-6B62-4037-8084-B4031098F226}" presName="sp" presStyleCnt="0"/>
      <dgm:spPr/>
    </dgm:pt>
    <dgm:pt modelId="{37FE8E52-11CC-4D57-AA1A-0F4B12CD67EF}" type="pres">
      <dgm:prSet presAssocID="{297CC694-15AA-4D0E-AEFF-40CF49FEDEBF}" presName="linNode" presStyleCnt="0"/>
      <dgm:spPr/>
    </dgm:pt>
    <dgm:pt modelId="{97F695C9-4C7F-4930-A68B-39649766AC29}" type="pres">
      <dgm:prSet presAssocID="{297CC694-15AA-4D0E-AEFF-40CF49FEDEBF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E06DF2D4-919C-4414-8F1A-4798F1ACDA6C}" type="pres">
      <dgm:prSet presAssocID="{297CC694-15AA-4D0E-AEFF-40CF49FEDEBF}" presName="descendantText" presStyleLbl="alignNode1" presStyleIdx="1" presStyleCnt="4">
        <dgm:presLayoutVars>
          <dgm:bulletEnabled/>
        </dgm:presLayoutVars>
      </dgm:prSet>
      <dgm:spPr/>
    </dgm:pt>
    <dgm:pt modelId="{260828A9-88EE-43F3-868A-C7D05715BEF6}" type="pres">
      <dgm:prSet presAssocID="{6C3CF2D1-DE97-4F87-B64C-A49375DCFD5B}" presName="sp" presStyleCnt="0"/>
      <dgm:spPr/>
    </dgm:pt>
    <dgm:pt modelId="{5EED8CE3-386D-481E-A763-2199146BABB7}" type="pres">
      <dgm:prSet presAssocID="{74AFD878-E825-434A-8A9D-956E56919C4D}" presName="linNode" presStyleCnt="0"/>
      <dgm:spPr/>
    </dgm:pt>
    <dgm:pt modelId="{E9815E4C-D606-431C-8DC6-45AA8C1A5C6D}" type="pres">
      <dgm:prSet presAssocID="{74AFD878-E825-434A-8A9D-956E56919C4D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9EE18A7F-09DE-4CB5-9CCE-B1758980F09B}" type="pres">
      <dgm:prSet presAssocID="{74AFD878-E825-434A-8A9D-956E56919C4D}" presName="descendantText" presStyleLbl="alignNode1" presStyleIdx="2" presStyleCnt="4">
        <dgm:presLayoutVars>
          <dgm:bulletEnabled/>
        </dgm:presLayoutVars>
      </dgm:prSet>
      <dgm:spPr/>
    </dgm:pt>
    <dgm:pt modelId="{D8A9E96A-C4BE-4D90-8A4A-D2CBBE4E110D}" type="pres">
      <dgm:prSet presAssocID="{3F413DC4-1699-4E34-A035-93E80BBE1451}" presName="sp" presStyleCnt="0"/>
      <dgm:spPr/>
    </dgm:pt>
    <dgm:pt modelId="{9C38DE85-C825-4087-84D6-72819BFE422B}" type="pres">
      <dgm:prSet presAssocID="{16977C21-0915-4802-81F2-F66DDC31BAE1}" presName="linNode" presStyleCnt="0"/>
      <dgm:spPr/>
    </dgm:pt>
    <dgm:pt modelId="{40AC3B2D-3253-4045-A1FC-488F540DEE45}" type="pres">
      <dgm:prSet presAssocID="{16977C21-0915-4802-81F2-F66DDC31BAE1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63DC3990-E622-4A0F-A58F-186AD866D4AC}" type="pres">
      <dgm:prSet presAssocID="{16977C21-0915-4802-81F2-F66DDC31BAE1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3290F011-9FEC-4EFA-AEE2-1F588C10FB4C}" srcId="{84702C7A-791A-427B-90B9-881DAA5A4D2C}" destId="{74AFD878-E825-434A-8A9D-956E56919C4D}" srcOrd="2" destOrd="0" parTransId="{1920F376-4F2E-4B41-91B1-9E8498A9996A}" sibTransId="{3F413DC4-1699-4E34-A035-93E80BBE1451}"/>
    <dgm:cxn modelId="{C407C318-281C-4451-BFB7-20FD5F727D78}" srcId="{75D7AA87-F173-4EE9-83B7-559C11E60016}" destId="{7A96C0DF-AAA0-45FB-BA1F-A8D6B5CD0CC6}" srcOrd="0" destOrd="0" parTransId="{E69F4F14-0797-4F67-AF46-738C443680B1}" sibTransId="{0E4AFACA-7437-43F2-ABDA-2348CF0727E6}"/>
    <dgm:cxn modelId="{7A9B881B-B3EC-4C6E-AC72-6220B862C559}" type="presOf" srcId="{75D7AA87-F173-4EE9-83B7-559C11E60016}" destId="{3874D84A-BAD4-4B0B-90FB-8A031052088B}" srcOrd="0" destOrd="0" presId="urn:microsoft.com/office/officeart/2016/7/layout/VerticalHollowActionList"/>
    <dgm:cxn modelId="{789FC21F-6A6E-40B1-93C7-D159F195AE41}" type="presOf" srcId="{297CC694-15AA-4D0E-AEFF-40CF49FEDEBF}" destId="{97F695C9-4C7F-4930-A68B-39649766AC29}" srcOrd="0" destOrd="0" presId="urn:microsoft.com/office/officeart/2016/7/layout/VerticalHollowActionList"/>
    <dgm:cxn modelId="{A01FFF36-D4C8-4FA4-8343-78132A2D6304}" type="presOf" srcId="{7BEDF149-898D-4CC6-A431-887EE71319CE}" destId="{9EE18A7F-09DE-4CB5-9CCE-B1758980F09B}" srcOrd="0" destOrd="0" presId="urn:microsoft.com/office/officeart/2016/7/layout/VerticalHollowActionList"/>
    <dgm:cxn modelId="{F8142C3E-B38B-41D6-B66B-92179B383A9D}" type="presOf" srcId="{74AFD878-E825-434A-8A9D-956E56919C4D}" destId="{E9815E4C-D606-431C-8DC6-45AA8C1A5C6D}" srcOrd="0" destOrd="0" presId="urn:microsoft.com/office/officeart/2016/7/layout/VerticalHollowActionList"/>
    <dgm:cxn modelId="{0B645045-7F56-4EE3-8F21-0F682BA75D8F}" type="presOf" srcId="{3BCA9946-FAED-4ECA-B338-C3D2DA1162D3}" destId="{63DC3990-E622-4A0F-A58F-186AD866D4AC}" srcOrd="0" destOrd="0" presId="urn:microsoft.com/office/officeart/2016/7/layout/VerticalHollowActionList"/>
    <dgm:cxn modelId="{84358045-72FB-42A8-B684-8F6917D11EB4}" type="presOf" srcId="{7A96C0DF-AAA0-45FB-BA1F-A8D6B5CD0CC6}" destId="{63EE712C-CA1F-402C-8244-ADF6EA472938}" srcOrd="0" destOrd="0" presId="urn:microsoft.com/office/officeart/2016/7/layout/VerticalHollowActionList"/>
    <dgm:cxn modelId="{794FEF49-F9A6-426F-8089-6D74266669F8}" srcId="{16977C21-0915-4802-81F2-F66DDC31BAE1}" destId="{3BCA9946-FAED-4ECA-B338-C3D2DA1162D3}" srcOrd="0" destOrd="0" parTransId="{86FA8A06-14CE-4ED6-B1A6-BB3E7C275350}" sibTransId="{F2D1E2BE-667D-4FC0-AEEA-BD45148DB52A}"/>
    <dgm:cxn modelId="{AB82E36A-470B-4972-9770-F6DB4A5A98B3}" type="presOf" srcId="{16977C21-0915-4802-81F2-F66DDC31BAE1}" destId="{40AC3B2D-3253-4045-A1FC-488F540DEE45}" srcOrd="0" destOrd="0" presId="urn:microsoft.com/office/officeart/2016/7/layout/VerticalHollowActionList"/>
    <dgm:cxn modelId="{D6EE2F7C-BD39-4086-9121-F7A37730C6AC}" srcId="{74AFD878-E825-434A-8A9D-956E56919C4D}" destId="{7BEDF149-898D-4CC6-A431-887EE71319CE}" srcOrd="0" destOrd="0" parTransId="{114FFB5A-AC32-4FD0-94E3-245B5BB178C3}" sibTransId="{EBA1C8C3-9BB6-46D8-B4B9-7B0F2FEAC9C8}"/>
    <dgm:cxn modelId="{4CBDED8C-7B32-4DF1-A7D6-D5B71F23129E}" type="presOf" srcId="{00D44B02-764E-4F62-9172-5B01871A4FED}" destId="{E06DF2D4-919C-4414-8F1A-4798F1ACDA6C}" srcOrd="0" destOrd="0" presId="urn:microsoft.com/office/officeart/2016/7/layout/VerticalHollowActionList"/>
    <dgm:cxn modelId="{35260DA7-3F78-47E3-8A98-770C30E5F837}" type="presOf" srcId="{84702C7A-791A-427B-90B9-881DAA5A4D2C}" destId="{24FB8B67-EBCB-465D-8C9B-897F86575E09}" srcOrd="0" destOrd="0" presId="urn:microsoft.com/office/officeart/2016/7/layout/VerticalHollowActionList"/>
    <dgm:cxn modelId="{CE30EAAA-D621-45F8-93D1-E81807E642CB}" srcId="{84702C7A-791A-427B-90B9-881DAA5A4D2C}" destId="{75D7AA87-F173-4EE9-83B7-559C11E60016}" srcOrd="0" destOrd="0" parTransId="{E4530F37-BC21-45A2-B2CF-47EB78CEBE32}" sibTransId="{A4A2633C-6B62-4037-8084-B4031098F226}"/>
    <dgm:cxn modelId="{62B1E0B9-EDB0-4430-B8F9-088EC6551E0F}" srcId="{297CC694-15AA-4D0E-AEFF-40CF49FEDEBF}" destId="{00D44B02-764E-4F62-9172-5B01871A4FED}" srcOrd="0" destOrd="0" parTransId="{FB1BAB01-28AC-447A-ABD4-7F73224C44B5}" sibTransId="{D7865892-DFC0-4C9D-BC69-25450F930A45}"/>
    <dgm:cxn modelId="{B5B758E4-FD2A-439F-95CE-FAA20977BD93}" srcId="{84702C7A-791A-427B-90B9-881DAA5A4D2C}" destId="{16977C21-0915-4802-81F2-F66DDC31BAE1}" srcOrd="3" destOrd="0" parTransId="{7ABD426D-E596-4B06-8907-423DDF338D36}" sibTransId="{C6C59060-E9BA-4413-9783-5D959AC76747}"/>
    <dgm:cxn modelId="{8249CDEE-52C0-407E-A7ED-35099C68A94B}" srcId="{84702C7A-791A-427B-90B9-881DAA5A4D2C}" destId="{297CC694-15AA-4D0E-AEFF-40CF49FEDEBF}" srcOrd="1" destOrd="0" parTransId="{B639CC7C-B1C3-464C-A923-D614AF2D2475}" sibTransId="{6C3CF2D1-DE97-4F87-B64C-A49375DCFD5B}"/>
    <dgm:cxn modelId="{8311385D-4307-4075-A0CD-4227FC00DA6D}" type="presParOf" srcId="{24FB8B67-EBCB-465D-8C9B-897F86575E09}" destId="{E2035B59-4B96-4E9B-B5D7-FAB2CDFA7ACE}" srcOrd="0" destOrd="0" presId="urn:microsoft.com/office/officeart/2016/7/layout/VerticalHollowActionList"/>
    <dgm:cxn modelId="{678507D7-F3AC-4A33-BDED-A09DAEDF091B}" type="presParOf" srcId="{E2035B59-4B96-4E9B-B5D7-FAB2CDFA7ACE}" destId="{3874D84A-BAD4-4B0B-90FB-8A031052088B}" srcOrd="0" destOrd="0" presId="urn:microsoft.com/office/officeart/2016/7/layout/VerticalHollowActionList"/>
    <dgm:cxn modelId="{6CD4FC09-1F87-4683-A8E6-BBA4E5EC3C18}" type="presParOf" srcId="{E2035B59-4B96-4E9B-B5D7-FAB2CDFA7ACE}" destId="{63EE712C-CA1F-402C-8244-ADF6EA472938}" srcOrd="1" destOrd="0" presId="urn:microsoft.com/office/officeart/2016/7/layout/VerticalHollowActionList"/>
    <dgm:cxn modelId="{8D5C8D2A-8A0F-4C73-8662-BEE4503F58EE}" type="presParOf" srcId="{24FB8B67-EBCB-465D-8C9B-897F86575E09}" destId="{D39DC83F-C425-49BB-AA14-DCE1642397A1}" srcOrd="1" destOrd="0" presId="urn:microsoft.com/office/officeart/2016/7/layout/VerticalHollowActionList"/>
    <dgm:cxn modelId="{ADC82C93-30AB-41B9-BA9F-0B0EFEE00BB8}" type="presParOf" srcId="{24FB8B67-EBCB-465D-8C9B-897F86575E09}" destId="{37FE8E52-11CC-4D57-AA1A-0F4B12CD67EF}" srcOrd="2" destOrd="0" presId="urn:microsoft.com/office/officeart/2016/7/layout/VerticalHollowActionList"/>
    <dgm:cxn modelId="{F43859F5-53F5-4605-9AD0-C10CF6035844}" type="presParOf" srcId="{37FE8E52-11CC-4D57-AA1A-0F4B12CD67EF}" destId="{97F695C9-4C7F-4930-A68B-39649766AC29}" srcOrd="0" destOrd="0" presId="urn:microsoft.com/office/officeart/2016/7/layout/VerticalHollowActionList"/>
    <dgm:cxn modelId="{46A4E3C4-0204-4403-8DE9-58FB2B15285A}" type="presParOf" srcId="{37FE8E52-11CC-4D57-AA1A-0F4B12CD67EF}" destId="{E06DF2D4-919C-4414-8F1A-4798F1ACDA6C}" srcOrd="1" destOrd="0" presId="urn:microsoft.com/office/officeart/2016/7/layout/VerticalHollowActionList"/>
    <dgm:cxn modelId="{61A00ADA-3210-4A42-9041-52155EFE3FAE}" type="presParOf" srcId="{24FB8B67-EBCB-465D-8C9B-897F86575E09}" destId="{260828A9-88EE-43F3-868A-C7D05715BEF6}" srcOrd="3" destOrd="0" presId="urn:microsoft.com/office/officeart/2016/7/layout/VerticalHollowActionList"/>
    <dgm:cxn modelId="{14013BF8-1129-4E38-80F1-8799D66132ED}" type="presParOf" srcId="{24FB8B67-EBCB-465D-8C9B-897F86575E09}" destId="{5EED8CE3-386D-481E-A763-2199146BABB7}" srcOrd="4" destOrd="0" presId="urn:microsoft.com/office/officeart/2016/7/layout/VerticalHollowActionList"/>
    <dgm:cxn modelId="{E587628D-AEA5-43A6-82A0-9E799CA0ED48}" type="presParOf" srcId="{5EED8CE3-386D-481E-A763-2199146BABB7}" destId="{E9815E4C-D606-431C-8DC6-45AA8C1A5C6D}" srcOrd="0" destOrd="0" presId="urn:microsoft.com/office/officeart/2016/7/layout/VerticalHollowActionList"/>
    <dgm:cxn modelId="{648685EF-2C67-4C23-AFD7-E9C0B42A4248}" type="presParOf" srcId="{5EED8CE3-386D-481E-A763-2199146BABB7}" destId="{9EE18A7F-09DE-4CB5-9CCE-B1758980F09B}" srcOrd="1" destOrd="0" presId="urn:microsoft.com/office/officeart/2016/7/layout/VerticalHollowActionList"/>
    <dgm:cxn modelId="{C5043C2B-3611-4F6F-8AF7-B5E2299F0940}" type="presParOf" srcId="{24FB8B67-EBCB-465D-8C9B-897F86575E09}" destId="{D8A9E96A-C4BE-4D90-8A4A-D2CBBE4E110D}" srcOrd="5" destOrd="0" presId="urn:microsoft.com/office/officeart/2016/7/layout/VerticalHollowActionList"/>
    <dgm:cxn modelId="{0EE81A70-B42A-4A26-90E6-9F443D54BE5B}" type="presParOf" srcId="{24FB8B67-EBCB-465D-8C9B-897F86575E09}" destId="{9C38DE85-C825-4087-84D6-72819BFE422B}" srcOrd="6" destOrd="0" presId="urn:microsoft.com/office/officeart/2016/7/layout/VerticalHollowActionList"/>
    <dgm:cxn modelId="{203F4C63-283F-4548-9745-04B9F3D752B1}" type="presParOf" srcId="{9C38DE85-C825-4087-84D6-72819BFE422B}" destId="{40AC3B2D-3253-4045-A1FC-488F540DEE45}" srcOrd="0" destOrd="0" presId="urn:microsoft.com/office/officeart/2016/7/layout/VerticalHollowActionList"/>
    <dgm:cxn modelId="{54B4B555-316D-40A9-B6F8-F72FF7CBCF53}" type="presParOf" srcId="{9C38DE85-C825-4087-84D6-72819BFE422B}" destId="{63DC3990-E622-4A0F-A58F-186AD866D4AC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4D4BA-878E-4050-8A93-ADA569586634}">
      <dsp:nvSpPr>
        <dsp:cNvPr id="0" name=""/>
        <dsp:cNvSpPr/>
      </dsp:nvSpPr>
      <dsp:spPr>
        <a:xfrm>
          <a:off x="0" y="751530"/>
          <a:ext cx="5175384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4FC3F-B4B0-4851-97E0-BDE130DB56A0}">
      <dsp:nvSpPr>
        <dsp:cNvPr id="0" name=""/>
        <dsp:cNvSpPr/>
      </dsp:nvSpPr>
      <dsp:spPr>
        <a:xfrm>
          <a:off x="258769" y="500610"/>
          <a:ext cx="3622768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RBAC Concept</a:t>
          </a:r>
        </a:p>
      </dsp:txBody>
      <dsp:txXfrm>
        <a:off x="283267" y="525108"/>
        <a:ext cx="3573772" cy="452844"/>
      </dsp:txXfrm>
    </dsp:sp>
    <dsp:sp modelId="{AFCB0AA5-AB36-47AC-9222-B452A0BBD096}">
      <dsp:nvSpPr>
        <dsp:cNvPr id="0" name=""/>
        <dsp:cNvSpPr/>
      </dsp:nvSpPr>
      <dsp:spPr>
        <a:xfrm>
          <a:off x="0" y="1522650"/>
          <a:ext cx="5175384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9ECC33-3C6C-451A-BC74-03A432A7D738}">
      <dsp:nvSpPr>
        <dsp:cNvPr id="0" name=""/>
        <dsp:cNvSpPr/>
      </dsp:nvSpPr>
      <dsp:spPr>
        <a:xfrm>
          <a:off x="258769" y="1271730"/>
          <a:ext cx="3622768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Authentication, Authorization, Audit</a:t>
          </a:r>
        </a:p>
      </dsp:txBody>
      <dsp:txXfrm>
        <a:off x="283267" y="1296228"/>
        <a:ext cx="3573772" cy="452844"/>
      </dsp:txXfrm>
    </dsp:sp>
    <dsp:sp modelId="{55093459-934A-4CEF-BB5C-9D1ECB27F5C8}">
      <dsp:nvSpPr>
        <dsp:cNvPr id="0" name=""/>
        <dsp:cNvSpPr/>
      </dsp:nvSpPr>
      <dsp:spPr>
        <a:xfrm>
          <a:off x="0" y="2293770"/>
          <a:ext cx="5175384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8CB250-ABD7-4282-81A3-4BC0055BD534}">
      <dsp:nvSpPr>
        <dsp:cNvPr id="0" name=""/>
        <dsp:cNvSpPr/>
      </dsp:nvSpPr>
      <dsp:spPr>
        <a:xfrm>
          <a:off x="258769" y="2042850"/>
          <a:ext cx="3622768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Role Matrix</a:t>
          </a:r>
        </a:p>
      </dsp:txBody>
      <dsp:txXfrm>
        <a:off x="283267" y="2067348"/>
        <a:ext cx="3573772" cy="452844"/>
      </dsp:txXfrm>
    </dsp:sp>
    <dsp:sp modelId="{791173DB-8F80-4771-8107-3226D8AE4AE3}">
      <dsp:nvSpPr>
        <dsp:cNvPr id="0" name=""/>
        <dsp:cNvSpPr/>
      </dsp:nvSpPr>
      <dsp:spPr>
        <a:xfrm>
          <a:off x="0" y="3064890"/>
          <a:ext cx="5175384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AC5B1-5236-42E0-AA88-BF03EF727A73}">
      <dsp:nvSpPr>
        <dsp:cNvPr id="0" name=""/>
        <dsp:cNvSpPr/>
      </dsp:nvSpPr>
      <dsp:spPr>
        <a:xfrm>
          <a:off x="258769" y="2813970"/>
          <a:ext cx="3622768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Permission Models</a:t>
          </a:r>
        </a:p>
      </dsp:txBody>
      <dsp:txXfrm>
        <a:off x="283267" y="2838468"/>
        <a:ext cx="3573772" cy="452844"/>
      </dsp:txXfrm>
    </dsp:sp>
    <dsp:sp modelId="{A538B8FF-4893-4A65-B8F5-CD613B00FAC4}">
      <dsp:nvSpPr>
        <dsp:cNvPr id="0" name=""/>
        <dsp:cNvSpPr/>
      </dsp:nvSpPr>
      <dsp:spPr>
        <a:xfrm>
          <a:off x="0" y="3836010"/>
          <a:ext cx="5175384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A3601-AAF9-4BB8-9CCB-4DC7623E4AF3}">
      <dsp:nvSpPr>
        <dsp:cNvPr id="0" name=""/>
        <dsp:cNvSpPr/>
      </dsp:nvSpPr>
      <dsp:spPr>
        <a:xfrm>
          <a:off x="258769" y="3585090"/>
          <a:ext cx="3622768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Security Features</a:t>
          </a:r>
        </a:p>
      </dsp:txBody>
      <dsp:txXfrm>
        <a:off x="283267" y="3609588"/>
        <a:ext cx="3573772" cy="452844"/>
      </dsp:txXfrm>
    </dsp:sp>
    <dsp:sp modelId="{508DEDDC-67D6-4059-B1DD-269FFE78D821}">
      <dsp:nvSpPr>
        <dsp:cNvPr id="0" name=""/>
        <dsp:cNvSpPr/>
      </dsp:nvSpPr>
      <dsp:spPr>
        <a:xfrm>
          <a:off x="0" y="4607130"/>
          <a:ext cx="5175384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C02085-0AFE-4C5D-86ED-CDDBB514AA3D}">
      <dsp:nvSpPr>
        <dsp:cNvPr id="0" name=""/>
        <dsp:cNvSpPr/>
      </dsp:nvSpPr>
      <dsp:spPr>
        <a:xfrm>
          <a:off x="258769" y="4356210"/>
          <a:ext cx="3622768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Best Practices</a:t>
          </a:r>
        </a:p>
      </dsp:txBody>
      <dsp:txXfrm>
        <a:off x="283267" y="4380708"/>
        <a:ext cx="3573772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243E03-6A5F-437A-957F-FF60D6FB093D}">
      <dsp:nvSpPr>
        <dsp:cNvPr id="0" name=""/>
        <dsp:cNvSpPr/>
      </dsp:nvSpPr>
      <dsp:spPr>
        <a:xfrm>
          <a:off x="1009209" y="796109"/>
          <a:ext cx="1625062" cy="1625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34C99-5164-440B-AF46-F5372706DE24}">
      <dsp:nvSpPr>
        <dsp:cNvPr id="0" name=""/>
        <dsp:cNvSpPr/>
      </dsp:nvSpPr>
      <dsp:spPr>
        <a:xfrm>
          <a:off x="16115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Assign permissions to roles, not users.</a:t>
          </a:r>
        </a:p>
      </dsp:txBody>
      <dsp:txXfrm>
        <a:off x="16115" y="2835228"/>
        <a:ext cx="3611250" cy="720000"/>
      </dsp:txXfrm>
    </dsp:sp>
    <dsp:sp modelId="{021F7466-B322-4EB2-AAAF-26F3993FD29E}">
      <dsp:nvSpPr>
        <dsp:cNvPr id="0" name=""/>
        <dsp:cNvSpPr/>
      </dsp:nvSpPr>
      <dsp:spPr>
        <a:xfrm>
          <a:off x="5252428" y="796109"/>
          <a:ext cx="1625062" cy="1625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4AD12-2FB1-4527-B77E-6A115A70CE5D}">
      <dsp:nvSpPr>
        <dsp:cNvPr id="0" name=""/>
        <dsp:cNvSpPr/>
      </dsp:nvSpPr>
      <dsp:spPr>
        <a:xfrm>
          <a:off x="4259334" y="283522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Improves scalability, reduces errors, ensures compliance.</a:t>
          </a:r>
        </a:p>
      </dsp:txBody>
      <dsp:txXfrm>
        <a:off x="4259334" y="2835228"/>
        <a:ext cx="3611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A1E45-A7D5-446F-876D-E7CE79AD982D}">
      <dsp:nvSpPr>
        <dsp:cNvPr id="0" name=""/>
        <dsp:cNvSpPr/>
      </dsp:nvSpPr>
      <dsp:spPr>
        <a:xfrm>
          <a:off x="0" y="2124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54CF87-CB62-4069-B165-906DE287BADD}">
      <dsp:nvSpPr>
        <dsp:cNvPr id="0" name=""/>
        <dsp:cNvSpPr/>
      </dsp:nvSpPr>
      <dsp:spPr>
        <a:xfrm>
          <a:off x="0" y="2124"/>
          <a:ext cx="78867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Users, Roles, Permissions (URP):</a:t>
          </a:r>
          <a:r>
            <a:rPr lang="en-US" sz="2900" kern="1200"/>
            <a:t> The core triplet.</a:t>
          </a:r>
        </a:p>
      </dsp:txBody>
      <dsp:txXfrm>
        <a:off x="0" y="2124"/>
        <a:ext cx="7886700" cy="1449029"/>
      </dsp:txXfrm>
    </dsp:sp>
    <dsp:sp modelId="{39A3B5BB-3238-412D-9C5A-0D9FD387CCDF}">
      <dsp:nvSpPr>
        <dsp:cNvPr id="0" name=""/>
        <dsp:cNvSpPr/>
      </dsp:nvSpPr>
      <dsp:spPr>
        <a:xfrm>
          <a:off x="0" y="1451154"/>
          <a:ext cx="7886700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197B3-872B-4221-B87B-F105C560FBA3}">
      <dsp:nvSpPr>
        <dsp:cNvPr id="0" name=""/>
        <dsp:cNvSpPr/>
      </dsp:nvSpPr>
      <dsp:spPr>
        <a:xfrm>
          <a:off x="0" y="1451154"/>
          <a:ext cx="78867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Role Hierarchies (RH):</a:t>
          </a:r>
          <a:r>
            <a:rPr lang="en-US" sz="2900" kern="1200"/>
            <a:t> Roles can inherit permissions from other roles (e.g., a "Manager" inherits all permissions of an "Employee").</a:t>
          </a:r>
        </a:p>
      </dsp:txBody>
      <dsp:txXfrm>
        <a:off x="0" y="1451154"/>
        <a:ext cx="7886700" cy="1449029"/>
      </dsp:txXfrm>
    </dsp:sp>
    <dsp:sp modelId="{EEC7969A-7B10-419A-8C0F-524FA94CD14D}">
      <dsp:nvSpPr>
        <dsp:cNvPr id="0" name=""/>
        <dsp:cNvSpPr/>
      </dsp:nvSpPr>
      <dsp:spPr>
        <a:xfrm>
          <a:off x="0" y="2900183"/>
          <a:ext cx="7886700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3B6127-2748-4507-B995-D796B8B1B526}">
      <dsp:nvSpPr>
        <dsp:cNvPr id="0" name=""/>
        <dsp:cNvSpPr/>
      </dsp:nvSpPr>
      <dsp:spPr>
        <a:xfrm>
          <a:off x="0" y="2900183"/>
          <a:ext cx="78867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Constraints (C)</a:t>
          </a:r>
          <a:endParaRPr lang="en-US" sz="2900" kern="1200"/>
        </a:p>
      </dsp:txBody>
      <dsp:txXfrm>
        <a:off x="0" y="2900183"/>
        <a:ext cx="7886700" cy="14490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16AF65-E611-43B9-9DFD-ADAAC351222F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Authentication: Who are you?</a:t>
          </a:r>
        </a:p>
      </dsp:txBody>
      <dsp:txXfrm>
        <a:off x="429570" y="472"/>
        <a:ext cx="3346456" cy="2007873"/>
      </dsp:txXfrm>
    </dsp:sp>
    <dsp:sp modelId="{563C4D16-8A61-463A-872F-87C6F79B08D3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Authorization: What can you do?</a:t>
          </a:r>
        </a:p>
      </dsp:txBody>
      <dsp:txXfrm>
        <a:off x="4110672" y="472"/>
        <a:ext cx="3346456" cy="2007873"/>
      </dsp:txXfrm>
    </dsp:sp>
    <dsp:sp modelId="{ACB067A8-30B2-444F-A36D-18732D05FB76}">
      <dsp:nvSpPr>
        <dsp:cNvPr id="0" name=""/>
        <dsp:cNvSpPr/>
      </dsp:nvSpPr>
      <dsp:spPr>
        <a:xfrm>
          <a:off x="2270121" y="2342991"/>
          <a:ext cx="3346456" cy="2007873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Audit: What did you do?</a:t>
          </a:r>
        </a:p>
      </dsp:txBody>
      <dsp:txXfrm>
        <a:off x="2270121" y="2342991"/>
        <a:ext cx="3346456" cy="20078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7C71E-3DA1-4042-BE01-28BC2B1F627E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Super Admin: Full control</a:t>
          </a:r>
        </a:p>
      </dsp:txBody>
      <dsp:txXfrm>
        <a:off x="757092" y="1992"/>
        <a:ext cx="3034531" cy="1820718"/>
      </dsp:txXfrm>
    </dsp:sp>
    <dsp:sp modelId="{6E052299-C2FB-4673-9413-AA469A532019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Admin: Manage teams</a:t>
          </a:r>
        </a:p>
      </dsp:txBody>
      <dsp:txXfrm>
        <a:off x="4095076" y="1992"/>
        <a:ext cx="3034531" cy="1820718"/>
      </dsp:txXfrm>
    </dsp:sp>
    <dsp:sp modelId="{180481FC-56F8-4843-BB6D-68F44C25D980}">
      <dsp:nvSpPr>
        <dsp:cNvPr id="0" name=""/>
        <dsp:cNvSpPr/>
      </dsp:nvSpPr>
      <dsp:spPr>
        <a:xfrm>
          <a:off x="757092" y="2126164"/>
          <a:ext cx="3034531" cy="1820718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User: Standard access</a:t>
          </a:r>
        </a:p>
      </dsp:txBody>
      <dsp:txXfrm>
        <a:off x="757092" y="2126164"/>
        <a:ext cx="3034531" cy="1820718"/>
      </dsp:txXfrm>
    </dsp:sp>
    <dsp:sp modelId="{0BFB1F0F-2873-4D20-B37A-5BFD42D6A6B0}">
      <dsp:nvSpPr>
        <dsp:cNvPr id="0" name=""/>
        <dsp:cNvSpPr/>
      </dsp:nvSpPr>
      <dsp:spPr>
        <a:xfrm>
          <a:off x="4095076" y="2126164"/>
          <a:ext cx="3034531" cy="1820718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Viewer: Read-only</a:t>
          </a:r>
        </a:p>
      </dsp:txBody>
      <dsp:txXfrm>
        <a:off x="4095076" y="2126164"/>
        <a:ext cx="3034531" cy="18207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3CB67-55D4-4FE0-90C4-1C9725F37310}">
      <dsp:nvSpPr>
        <dsp:cNvPr id="0" name=""/>
        <dsp:cNvSpPr/>
      </dsp:nvSpPr>
      <dsp:spPr>
        <a:xfrm>
          <a:off x="844650" y="66899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E40D8-BBE2-4EF4-94D2-0276B0F9B074}">
      <dsp:nvSpPr>
        <dsp:cNvPr id="0" name=""/>
        <dsp:cNvSpPr/>
      </dsp:nvSpPr>
      <dsp:spPr>
        <a:xfrm>
          <a:off x="1312650" y="53489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959281-2D10-4473-98AB-F011E208E32B}">
      <dsp:nvSpPr>
        <dsp:cNvPr id="0" name=""/>
        <dsp:cNvSpPr/>
      </dsp:nvSpPr>
      <dsp:spPr>
        <a:xfrm>
          <a:off x="142650" y="294689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Create, Read, Update, Delete</a:t>
          </a:r>
        </a:p>
      </dsp:txBody>
      <dsp:txXfrm>
        <a:off x="142650" y="2946899"/>
        <a:ext cx="3600000" cy="720000"/>
      </dsp:txXfrm>
    </dsp:sp>
    <dsp:sp modelId="{846CC41C-6A9B-44F2-9381-EDD63D2AB28E}">
      <dsp:nvSpPr>
        <dsp:cNvPr id="0" name=""/>
        <dsp:cNvSpPr/>
      </dsp:nvSpPr>
      <dsp:spPr>
        <a:xfrm>
          <a:off x="5074650" y="66899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E0CFB5-66EF-448B-8174-F048E6F21D7D}">
      <dsp:nvSpPr>
        <dsp:cNvPr id="0" name=""/>
        <dsp:cNvSpPr/>
      </dsp:nvSpPr>
      <dsp:spPr>
        <a:xfrm>
          <a:off x="5542650" y="53489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1C013-6B4A-48DB-A60C-7C099FE08F05}">
      <dsp:nvSpPr>
        <dsp:cNvPr id="0" name=""/>
        <dsp:cNvSpPr/>
      </dsp:nvSpPr>
      <dsp:spPr>
        <a:xfrm>
          <a:off x="4372650" y="294689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Every action falls into these categories.</a:t>
          </a:r>
        </a:p>
      </dsp:txBody>
      <dsp:txXfrm>
        <a:off x="4372650" y="2946899"/>
        <a:ext cx="36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64A5BB-BAD0-45BF-BFAA-9E28E95665F7}">
      <dsp:nvSpPr>
        <dsp:cNvPr id="0" name=""/>
        <dsp:cNvSpPr/>
      </dsp:nvSpPr>
      <dsp:spPr>
        <a:xfrm>
          <a:off x="0" y="675"/>
          <a:ext cx="5175384" cy="15813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43ED31-DF5D-491A-BDE4-7165D3C2AE8C}">
      <dsp:nvSpPr>
        <dsp:cNvPr id="0" name=""/>
        <dsp:cNvSpPr/>
      </dsp:nvSpPr>
      <dsp:spPr>
        <a:xfrm>
          <a:off x="478363" y="356483"/>
          <a:ext cx="869752" cy="869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37264-32A8-4250-B569-229003E625F9}">
      <dsp:nvSpPr>
        <dsp:cNvPr id="0" name=""/>
        <dsp:cNvSpPr/>
      </dsp:nvSpPr>
      <dsp:spPr>
        <a:xfrm>
          <a:off x="1826480" y="675"/>
          <a:ext cx="3348903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Own vs Any:</a:t>
          </a:r>
          <a:r>
            <a:rPr lang="en-US" sz="1600" kern="1200"/>
            <a:t> Distinguishes whether a user can act only on their own data or on all data within the system. </a:t>
          </a:r>
        </a:p>
      </dsp:txBody>
      <dsp:txXfrm>
        <a:off x="1826480" y="675"/>
        <a:ext cx="3348903" cy="1581368"/>
      </dsp:txXfrm>
    </dsp:sp>
    <dsp:sp modelId="{0E3AFDFF-99EE-4810-ABCB-9A0ED18D72FF}">
      <dsp:nvSpPr>
        <dsp:cNvPr id="0" name=""/>
        <dsp:cNvSpPr/>
      </dsp:nvSpPr>
      <dsp:spPr>
        <a:xfrm>
          <a:off x="0" y="1977386"/>
          <a:ext cx="5175384" cy="15813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3330A-9D74-4F6A-A582-66B9548B9928}">
      <dsp:nvSpPr>
        <dsp:cNvPr id="0" name=""/>
        <dsp:cNvSpPr/>
      </dsp:nvSpPr>
      <dsp:spPr>
        <a:xfrm>
          <a:off x="478363" y="2333194"/>
          <a:ext cx="869752" cy="869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7880FB-18DA-4A20-8101-F6630EE98499}">
      <dsp:nvSpPr>
        <dsp:cNvPr id="0" name=""/>
        <dsp:cNvSpPr/>
      </dsp:nvSpPr>
      <dsp:spPr>
        <a:xfrm>
          <a:off x="1826480" y="1977386"/>
          <a:ext cx="3348903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Field-level access:</a:t>
          </a:r>
          <a:r>
            <a:rPr lang="en-US" sz="1600" kern="1200"/>
            <a:t> Controls visibility or edit rights for individual fields within a record (e.g., salary visible only to HR).</a:t>
          </a:r>
        </a:p>
      </dsp:txBody>
      <dsp:txXfrm>
        <a:off x="1826480" y="1977386"/>
        <a:ext cx="3348903" cy="1581368"/>
      </dsp:txXfrm>
    </dsp:sp>
    <dsp:sp modelId="{000D5676-16D7-4574-8F7D-E31BC7300474}">
      <dsp:nvSpPr>
        <dsp:cNvPr id="0" name=""/>
        <dsp:cNvSpPr/>
      </dsp:nvSpPr>
      <dsp:spPr>
        <a:xfrm>
          <a:off x="0" y="3954096"/>
          <a:ext cx="5175384" cy="1581368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993CE-A825-4A60-969D-52D96F082E9E}">
      <dsp:nvSpPr>
        <dsp:cNvPr id="0" name=""/>
        <dsp:cNvSpPr/>
      </dsp:nvSpPr>
      <dsp:spPr>
        <a:xfrm>
          <a:off x="478363" y="4309904"/>
          <a:ext cx="869752" cy="8697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41A11-6E08-44AC-AA60-256BCB147CD4}">
      <dsp:nvSpPr>
        <dsp:cNvPr id="0" name=""/>
        <dsp:cNvSpPr/>
      </dsp:nvSpPr>
      <dsp:spPr>
        <a:xfrm>
          <a:off x="1826480" y="3954096"/>
          <a:ext cx="3348903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Context-based rules:</a:t>
          </a:r>
          <a:r>
            <a:rPr lang="en-US" sz="1600" kern="1200"/>
            <a:t> Dynamically adjusts permissions based on conditions like user role, time, location, or workflow state.</a:t>
          </a:r>
        </a:p>
      </dsp:txBody>
      <dsp:txXfrm>
        <a:off x="1826480" y="3954096"/>
        <a:ext cx="3348903" cy="15813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B0A7E-844E-4BB8-B4E3-04999B4CAAC7}">
      <dsp:nvSpPr>
        <dsp:cNvPr id="0" name=""/>
        <dsp:cNvSpPr/>
      </dsp:nvSpPr>
      <dsp:spPr>
        <a:xfrm>
          <a:off x="0" y="53571"/>
          <a:ext cx="8229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MFA (Multi-Factor Authentication):</a:t>
          </a:r>
          <a:r>
            <a:rPr lang="en-US" sz="2100" kern="1200"/>
            <a:t> Requires users to verify identity using two or more factors (e.g., password + OTP) to enhance security. </a:t>
          </a:r>
        </a:p>
      </dsp:txBody>
      <dsp:txXfrm>
        <a:off x="40780" y="94351"/>
        <a:ext cx="8148040" cy="753819"/>
      </dsp:txXfrm>
    </dsp:sp>
    <dsp:sp modelId="{82E4057B-DBE8-42E8-923C-828B15E6F523}">
      <dsp:nvSpPr>
        <dsp:cNvPr id="0" name=""/>
        <dsp:cNvSpPr/>
      </dsp:nvSpPr>
      <dsp:spPr>
        <a:xfrm>
          <a:off x="0" y="949431"/>
          <a:ext cx="8229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SSO (Single Sign-On):</a:t>
          </a:r>
          <a:r>
            <a:rPr lang="en-US" sz="2100" kern="1200"/>
            <a:t> Allows users to log in once and access multiple applications without re-authenticating. </a:t>
          </a:r>
        </a:p>
      </dsp:txBody>
      <dsp:txXfrm>
        <a:off x="40780" y="990211"/>
        <a:ext cx="8148040" cy="753819"/>
      </dsp:txXfrm>
    </dsp:sp>
    <dsp:sp modelId="{B442F0D9-9167-4BB0-8EF8-66996D6E5E9D}">
      <dsp:nvSpPr>
        <dsp:cNvPr id="0" name=""/>
        <dsp:cNvSpPr/>
      </dsp:nvSpPr>
      <dsp:spPr>
        <a:xfrm>
          <a:off x="0" y="1845291"/>
          <a:ext cx="8229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Session Management:</a:t>
          </a:r>
          <a:r>
            <a:rPr lang="en-US" sz="2100" kern="1200"/>
            <a:t> Controls user sessions, including login duration, timeout, and secure session handling. </a:t>
          </a:r>
        </a:p>
      </dsp:txBody>
      <dsp:txXfrm>
        <a:off x="40780" y="1886071"/>
        <a:ext cx="8148040" cy="753819"/>
      </dsp:txXfrm>
    </dsp:sp>
    <dsp:sp modelId="{806001B9-8FE0-4CE7-88FA-950B3F15D7F8}">
      <dsp:nvSpPr>
        <dsp:cNvPr id="0" name=""/>
        <dsp:cNvSpPr/>
      </dsp:nvSpPr>
      <dsp:spPr>
        <a:xfrm>
          <a:off x="0" y="2741151"/>
          <a:ext cx="8229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Password Policies:</a:t>
          </a:r>
          <a:r>
            <a:rPr lang="en-US" sz="2100" kern="1200"/>
            <a:t> Enforces rules for password strength, complexity, and expiration to reduce security risks. </a:t>
          </a:r>
        </a:p>
      </dsp:txBody>
      <dsp:txXfrm>
        <a:off x="40780" y="2781931"/>
        <a:ext cx="8148040" cy="753819"/>
      </dsp:txXfrm>
    </dsp:sp>
    <dsp:sp modelId="{329DD2EA-EBFE-4935-8265-74620F697F1F}">
      <dsp:nvSpPr>
        <dsp:cNvPr id="0" name=""/>
        <dsp:cNvSpPr/>
      </dsp:nvSpPr>
      <dsp:spPr>
        <a:xfrm>
          <a:off x="0" y="3637011"/>
          <a:ext cx="8229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IP Whitelisting:</a:t>
          </a:r>
          <a:r>
            <a:rPr lang="en-US" sz="2100" kern="1200"/>
            <a:t> Restricts system access to a predefined set of trusted IP addresses. </a:t>
          </a:r>
        </a:p>
      </dsp:txBody>
      <dsp:txXfrm>
        <a:off x="40780" y="3677791"/>
        <a:ext cx="8148040" cy="75381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5494F-D32A-47F1-AFFE-6363A3634DFB}">
      <dsp:nvSpPr>
        <dsp:cNvPr id="0" name=""/>
        <dsp:cNvSpPr/>
      </dsp:nvSpPr>
      <dsp:spPr>
        <a:xfrm>
          <a:off x="0" y="37613"/>
          <a:ext cx="4683949" cy="8154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Default</a:t>
          </a:r>
        </a:p>
      </dsp:txBody>
      <dsp:txXfrm>
        <a:off x="39809" y="77422"/>
        <a:ext cx="4604331" cy="735872"/>
      </dsp:txXfrm>
    </dsp:sp>
    <dsp:sp modelId="{4E7B2FC9-2298-4C2A-A570-466813F5B1D1}">
      <dsp:nvSpPr>
        <dsp:cNvPr id="0" name=""/>
        <dsp:cNvSpPr/>
      </dsp:nvSpPr>
      <dsp:spPr>
        <a:xfrm>
          <a:off x="0" y="853103"/>
          <a:ext cx="4683949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15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Default deny</a:t>
          </a:r>
        </a:p>
      </dsp:txBody>
      <dsp:txXfrm>
        <a:off x="0" y="853103"/>
        <a:ext cx="4683949" cy="563040"/>
      </dsp:txXfrm>
    </dsp:sp>
    <dsp:sp modelId="{50B6C799-A060-44F1-B25E-06DAF1414A77}">
      <dsp:nvSpPr>
        <dsp:cNvPr id="0" name=""/>
        <dsp:cNvSpPr/>
      </dsp:nvSpPr>
      <dsp:spPr>
        <a:xfrm>
          <a:off x="0" y="1416143"/>
          <a:ext cx="4683949" cy="81549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Use</a:t>
          </a:r>
        </a:p>
      </dsp:txBody>
      <dsp:txXfrm>
        <a:off x="39809" y="1455952"/>
        <a:ext cx="4604331" cy="735872"/>
      </dsp:txXfrm>
    </dsp:sp>
    <dsp:sp modelId="{BD6075BD-D8A1-4C31-AA71-69D5D80F247C}">
      <dsp:nvSpPr>
        <dsp:cNvPr id="0" name=""/>
        <dsp:cNvSpPr/>
      </dsp:nvSpPr>
      <dsp:spPr>
        <a:xfrm>
          <a:off x="0" y="2231633"/>
          <a:ext cx="4683949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15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Use groups</a:t>
          </a:r>
        </a:p>
      </dsp:txBody>
      <dsp:txXfrm>
        <a:off x="0" y="2231633"/>
        <a:ext cx="4683949" cy="563040"/>
      </dsp:txXfrm>
    </dsp:sp>
    <dsp:sp modelId="{887C4747-2381-4A62-856A-EA09831A96AA}">
      <dsp:nvSpPr>
        <dsp:cNvPr id="0" name=""/>
        <dsp:cNvSpPr/>
      </dsp:nvSpPr>
      <dsp:spPr>
        <a:xfrm>
          <a:off x="0" y="2794673"/>
          <a:ext cx="4683949" cy="81549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Log</a:t>
          </a:r>
        </a:p>
      </dsp:txBody>
      <dsp:txXfrm>
        <a:off x="39809" y="2834482"/>
        <a:ext cx="4604331" cy="735872"/>
      </dsp:txXfrm>
    </dsp:sp>
    <dsp:sp modelId="{2C3C8A57-14AF-4745-AEB9-67368978D486}">
      <dsp:nvSpPr>
        <dsp:cNvPr id="0" name=""/>
        <dsp:cNvSpPr/>
      </dsp:nvSpPr>
      <dsp:spPr>
        <a:xfrm>
          <a:off x="0" y="3610163"/>
          <a:ext cx="4683949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15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Log everything</a:t>
          </a:r>
        </a:p>
      </dsp:txBody>
      <dsp:txXfrm>
        <a:off x="0" y="3610163"/>
        <a:ext cx="4683949" cy="563040"/>
      </dsp:txXfrm>
    </dsp:sp>
    <dsp:sp modelId="{F37F8F70-4FB0-4728-86A8-5830DCE2ABCF}">
      <dsp:nvSpPr>
        <dsp:cNvPr id="0" name=""/>
        <dsp:cNvSpPr/>
      </dsp:nvSpPr>
      <dsp:spPr>
        <a:xfrm>
          <a:off x="0" y="4173203"/>
          <a:ext cx="4683949" cy="81549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Avoid</a:t>
          </a:r>
        </a:p>
      </dsp:txBody>
      <dsp:txXfrm>
        <a:off x="39809" y="4213012"/>
        <a:ext cx="4604331" cy="735872"/>
      </dsp:txXfrm>
    </dsp:sp>
    <dsp:sp modelId="{026430C1-602D-4A64-981E-EBD97A4EFF79}">
      <dsp:nvSpPr>
        <dsp:cNvPr id="0" name=""/>
        <dsp:cNvSpPr/>
      </dsp:nvSpPr>
      <dsp:spPr>
        <a:xfrm>
          <a:off x="0" y="4988693"/>
          <a:ext cx="4683949" cy="563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15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Avoid hardcoding roles</a:t>
          </a:r>
        </a:p>
      </dsp:txBody>
      <dsp:txXfrm>
        <a:off x="0" y="4988693"/>
        <a:ext cx="4683949" cy="5630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54BAF-59B4-4112-A563-B0151137655B}">
      <dsp:nvSpPr>
        <dsp:cNvPr id="0" name=""/>
        <dsp:cNvSpPr/>
      </dsp:nvSpPr>
      <dsp:spPr>
        <a:xfrm>
          <a:off x="0" y="418032"/>
          <a:ext cx="7886700" cy="604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C0141F-846D-486C-BF87-4FF512B64F10}">
      <dsp:nvSpPr>
        <dsp:cNvPr id="0" name=""/>
        <dsp:cNvSpPr/>
      </dsp:nvSpPr>
      <dsp:spPr>
        <a:xfrm>
          <a:off x="394335" y="63792"/>
          <a:ext cx="5520690" cy="708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Too many roles</a:t>
          </a:r>
        </a:p>
      </dsp:txBody>
      <dsp:txXfrm>
        <a:off x="428920" y="98377"/>
        <a:ext cx="5451520" cy="639310"/>
      </dsp:txXfrm>
    </dsp:sp>
    <dsp:sp modelId="{77CD5AB9-77BC-47B8-BE62-94343CD40998}">
      <dsp:nvSpPr>
        <dsp:cNvPr id="0" name=""/>
        <dsp:cNvSpPr/>
      </dsp:nvSpPr>
      <dsp:spPr>
        <a:xfrm>
          <a:off x="0" y="1506672"/>
          <a:ext cx="7886700" cy="604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5CAC0-D03A-4504-8DD6-D331B2244AAD}">
      <dsp:nvSpPr>
        <dsp:cNvPr id="0" name=""/>
        <dsp:cNvSpPr/>
      </dsp:nvSpPr>
      <dsp:spPr>
        <a:xfrm>
          <a:off x="394335" y="1152432"/>
          <a:ext cx="5520690" cy="708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Overuse of admin</a:t>
          </a:r>
        </a:p>
      </dsp:txBody>
      <dsp:txXfrm>
        <a:off x="428920" y="1187017"/>
        <a:ext cx="5451520" cy="639310"/>
      </dsp:txXfrm>
    </dsp:sp>
    <dsp:sp modelId="{A29F51E2-517E-41D0-97C1-F52CF47A6E17}">
      <dsp:nvSpPr>
        <dsp:cNvPr id="0" name=""/>
        <dsp:cNvSpPr/>
      </dsp:nvSpPr>
      <dsp:spPr>
        <a:xfrm>
          <a:off x="0" y="2595312"/>
          <a:ext cx="7886700" cy="604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794B48-3CB1-431B-A9A7-1AB5C6F36117}">
      <dsp:nvSpPr>
        <dsp:cNvPr id="0" name=""/>
        <dsp:cNvSpPr/>
      </dsp:nvSpPr>
      <dsp:spPr>
        <a:xfrm>
          <a:off x="394335" y="2241072"/>
          <a:ext cx="5520690" cy="708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Stale users</a:t>
          </a:r>
        </a:p>
      </dsp:txBody>
      <dsp:txXfrm>
        <a:off x="428920" y="2275657"/>
        <a:ext cx="5451520" cy="639310"/>
      </dsp:txXfrm>
    </dsp:sp>
    <dsp:sp modelId="{CA051E3E-9491-4030-A2EA-333487782612}">
      <dsp:nvSpPr>
        <dsp:cNvPr id="0" name=""/>
        <dsp:cNvSpPr/>
      </dsp:nvSpPr>
      <dsp:spPr>
        <a:xfrm>
          <a:off x="0" y="3683952"/>
          <a:ext cx="7886700" cy="604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FAB995-F176-4DCC-BC17-1EC8D721D1C9}">
      <dsp:nvSpPr>
        <dsp:cNvPr id="0" name=""/>
        <dsp:cNvSpPr/>
      </dsp:nvSpPr>
      <dsp:spPr>
        <a:xfrm>
          <a:off x="394335" y="3329711"/>
          <a:ext cx="5520690" cy="708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Solution: automation and governance</a:t>
          </a:r>
        </a:p>
      </dsp:txBody>
      <dsp:txXfrm>
        <a:off x="428920" y="3364296"/>
        <a:ext cx="5451520" cy="6393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E712C-CA1F-402C-8244-ADF6EA472938}">
      <dsp:nvSpPr>
        <dsp:cNvPr id="0" name=""/>
        <dsp:cNvSpPr/>
      </dsp:nvSpPr>
      <dsp:spPr>
        <a:xfrm>
          <a:off x="887727" y="2297"/>
          <a:ext cx="3550910" cy="119012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98" tIns="302292" rIns="68898" bIns="30229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 roles, not direct permissions</a:t>
          </a:r>
        </a:p>
      </dsp:txBody>
      <dsp:txXfrm>
        <a:off x="887727" y="2297"/>
        <a:ext cx="3550910" cy="1190126"/>
      </dsp:txXfrm>
    </dsp:sp>
    <dsp:sp modelId="{3874D84A-BAD4-4B0B-90FB-8A031052088B}">
      <dsp:nvSpPr>
        <dsp:cNvPr id="0" name=""/>
        <dsp:cNvSpPr/>
      </dsp:nvSpPr>
      <dsp:spPr>
        <a:xfrm>
          <a:off x="0" y="2297"/>
          <a:ext cx="887727" cy="1190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76" tIns="117558" rIns="46976" bIns="11755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Use</a:t>
          </a:r>
        </a:p>
      </dsp:txBody>
      <dsp:txXfrm>
        <a:off x="0" y="2297"/>
        <a:ext cx="887727" cy="1190126"/>
      </dsp:txXfrm>
    </dsp:sp>
    <dsp:sp modelId="{E06DF2D4-919C-4414-8F1A-4798F1ACDA6C}">
      <dsp:nvSpPr>
        <dsp:cNvPr id="0" name=""/>
        <dsp:cNvSpPr/>
      </dsp:nvSpPr>
      <dsp:spPr>
        <a:xfrm>
          <a:off x="887727" y="1263831"/>
          <a:ext cx="3550910" cy="1190126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98" tIns="302292" rIns="68898" bIns="30229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Start simple</a:t>
          </a:r>
        </a:p>
      </dsp:txBody>
      <dsp:txXfrm>
        <a:off x="887727" y="1263831"/>
        <a:ext cx="3550910" cy="1190126"/>
      </dsp:txXfrm>
    </dsp:sp>
    <dsp:sp modelId="{97F695C9-4C7F-4930-A68B-39649766AC29}">
      <dsp:nvSpPr>
        <dsp:cNvPr id="0" name=""/>
        <dsp:cNvSpPr/>
      </dsp:nvSpPr>
      <dsp:spPr>
        <a:xfrm>
          <a:off x="0" y="1263831"/>
          <a:ext cx="887727" cy="1190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76" tIns="117558" rIns="46976" bIns="11755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Start</a:t>
          </a:r>
        </a:p>
      </dsp:txBody>
      <dsp:txXfrm>
        <a:off x="0" y="1263831"/>
        <a:ext cx="887727" cy="1190126"/>
      </dsp:txXfrm>
    </dsp:sp>
    <dsp:sp modelId="{9EE18A7F-09DE-4CB5-9CCE-B1758980F09B}">
      <dsp:nvSpPr>
        <dsp:cNvPr id="0" name=""/>
        <dsp:cNvSpPr/>
      </dsp:nvSpPr>
      <dsp:spPr>
        <a:xfrm>
          <a:off x="887727" y="2525365"/>
          <a:ext cx="3550910" cy="1190126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98" tIns="302292" rIns="68898" bIns="30229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Audit everything</a:t>
          </a:r>
        </a:p>
      </dsp:txBody>
      <dsp:txXfrm>
        <a:off x="887727" y="2525365"/>
        <a:ext cx="3550910" cy="1190126"/>
      </dsp:txXfrm>
    </dsp:sp>
    <dsp:sp modelId="{E9815E4C-D606-431C-8DC6-45AA8C1A5C6D}">
      <dsp:nvSpPr>
        <dsp:cNvPr id="0" name=""/>
        <dsp:cNvSpPr/>
      </dsp:nvSpPr>
      <dsp:spPr>
        <a:xfrm>
          <a:off x="0" y="2525365"/>
          <a:ext cx="887727" cy="1190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76" tIns="117558" rIns="46976" bIns="11755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Audit</a:t>
          </a:r>
        </a:p>
      </dsp:txBody>
      <dsp:txXfrm>
        <a:off x="0" y="2525365"/>
        <a:ext cx="887727" cy="1190126"/>
      </dsp:txXfrm>
    </dsp:sp>
    <dsp:sp modelId="{63DC3990-E622-4A0F-A58F-186AD866D4AC}">
      <dsp:nvSpPr>
        <dsp:cNvPr id="0" name=""/>
        <dsp:cNvSpPr/>
      </dsp:nvSpPr>
      <dsp:spPr>
        <a:xfrm>
          <a:off x="887727" y="3786899"/>
          <a:ext cx="3550910" cy="1190126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898" tIns="302292" rIns="68898" bIns="30229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Grant minimal access</a:t>
          </a:r>
        </a:p>
      </dsp:txBody>
      <dsp:txXfrm>
        <a:off x="887727" y="3786899"/>
        <a:ext cx="3550910" cy="1190126"/>
      </dsp:txXfrm>
    </dsp:sp>
    <dsp:sp modelId="{40AC3B2D-3253-4045-A1FC-488F540DEE45}">
      <dsp:nvSpPr>
        <dsp:cNvPr id="0" name=""/>
        <dsp:cNvSpPr/>
      </dsp:nvSpPr>
      <dsp:spPr>
        <a:xfrm>
          <a:off x="0" y="3786899"/>
          <a:ext cx="887727" cy="119012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976" tIns="117558" rIns="46976" bIns="117558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Grant</a:t>
          </a:r>
        </a:p>
      </dsp:txBody>
      <dsp:txXfrm>
        <a:off x="0" y="3786899"/>
        <a:ext cx="887727" cy="1190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70" y="856180"/>
            <a:ext cx="3420438" cy="112806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User Role Management &amp; Permissions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039" y="2330505"/>
            <a:ext cx="3419569" cy="3979585"/>
          </a:xfrm>
        </p:spPr>
        <p:txBody>
          <a:bodyPr anchor="ctr">
            <a:normAutofit/>
          </a:bodyPr>
          <a:lstStyle/>
          <a:p>
            <a:r>
              <a:rPr lang="en-US" sz="1700"/>
              <a:t>A Universal Framework for Secure &amp; Scalable Access Control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Top view of cubes connected with black lines">
            <a:extLst>
              <a:ext uri="{FF2B5EF4-FFF2-40B4-BE49-F238E27FC236}">
                <a16:creationId xmlns:a16="http://schemas.microsoft.com/office/drawing/2014/main" id="{BF1B57F4-8ABC-1097-DDE0-F5F2626953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80" r="15793"/>
          <a:stretch>
            <a:fillRect/>
          </a:stretch>
        </p:blipFill>
        <p:spPr>
          <a:xfrm>
            <a:off x="4483341" y="799352"/>
            <a:ext cx="4069057" cy="52592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Agenda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AD0914-A971-1C78-3AEE-C50C06CE71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08694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Why RBAC?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8B875292-C0CA-6170-4FEB-0288B168B5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415311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D2951A-0E44-A14F-6B94-71CFB41D806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DC5068-3BF4-2CDB-57AD-1F615D937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RBAC standard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F5E686-A0C1-A1A5-EB52-D54937866A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38088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57860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3F4CB-F795-CB0D-50E7-02C03138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b="1" dirty="0"/>
              <a:t>Constraints (C)</a:t>
            </a:r>
            <a:endParaRPr lang="en-US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7A125-8B66-8AD9-E6EE-350F13EBC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Rules that prevent undesirable role configurations. </a:t>
            </a:r>
          </a:p>
          <a:p>
            <a:pPr>
              <a:lnSpc>
                <a:spcPct val="90000"/>
              </a:lnSpc>
            </a:pPr>
            <a:r>
              <a:rPr lang="en-US" sz="3000"/>
              <a:t>The most critical are </a:t>
            </a:r>
            <a:r>
              <a:rPr lang="en-US" sz="3000" b="1"/>
              <a:t>Separation of Duty (</a:t>
            </a:r>
            <a:r>
              <a:rPr lang="en-US" sz="3000" b="1" err="1"/>
              <a:t>SoD</a:t>
            </a:r>
            <a:r>
              <a:rPr lang="en-US" sz="3000" b="1"/>
              <a:t>)</a:t>
            </a:r>
            <a:r>
              <a:rPr lang="en-US" sz="3000"/>
              <a:t> rules (e.g., preventing the same person from both creating a vendor and paying an invoice). </a:t>
            </a:r>
          </a:p>
          <a:p>
            <a:pPr>
              <a:lnSpc>
                <a:spcPct val="90000"/>
              </a:lnSpc>
            </a:pPr>
            <a:r>
              <a:rPr lang="en-US" sz="3000" err="1"/>
              <a:t>SoD</a:t>
            </a:r>
            <a:r>
              <a:rPr lang="en-US" sz="3000"/>
              <a:t> is broken into </a:t>
            </a:r>
            <a:r>
              <a:rPr lang="en-US" sz="3000" i="1"/>
              <a:t>Static</a:t>
            </a:r>
            <a:r>
              <a:rPr lang="en-US" sz="3000"/>
              <a:t> (same user can't be assigned both roles) and </a:t>
            </a:r>
            <a:r>
              <a:rPr lang="en-US" sz="3000" i="1"/>
              <a:t>Dynamic</a:t>
            </a:r>
            <a:r>
              <a:rPr lang="en-US" sz="3000"/>
              <a:t> (same user can't activate both roles in one session).</a:t>
            </a:r>
          </a:p>
        </p:txBody>
      </p:sp>
    </p:spTree>
    <p:extLst>
      <p:ext uri="{BB962C8B-B14F-4D97-AF65-F5344CB8AC3E}">
        <p14:creationId xmlns:p14="http://schemas.microsoft.com/office/powerpoint/2010/main" val="703878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EE9CEA-1602-AB7D-04C8-31D73DA91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RBAC The complete, ideal model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C812F-C102-7891-19A8-20F68D323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 b="1" dirty="0"/>
              <a:t>RBAC₀ (Core):</a:t>
            </a:r>
            <a:r>
              <a:rPr lang="en-US" dirty="0"/>
              <a:t> Basic user-role-permission mapping.</a:t>
            </a:r>
          </a:p>
          <a:p>
            <a:r>
              <a:rPr lang="en-US" b="1" dirty="0"/>
              <a:t>RBAC₁ (Hierarchical):</a:t>
            </a:r>
            <a:r>
              <a:rPr lang="en-US" dirty="0"/>
              <a:t> Core + Role Hierarchies.</a:t>
            </a:r>
          </a:p>
          <a:p>
            <a:r>
              <a:rPr lang="en-US" b="1" dirty="0"/>
              <a:t>RBAC₂ (Constrained):</a:t>
            </a:r>
            <a:r>
              <a:rPr lang="en-US" dirty="0"/>
              <a:t> Core + Constraints.</a:t>
            </a:r>
          </a:p>
          <a:p>
            <a:r>
              <a:rPr lang="en-US" b="1" dirty="0"/>
              <a:t>RBAC₃:</a:t>
            </a:r>
            <a:r>
              <a:rPr lang="en-US" dirty="0"/>
              <a:t> Core + Hierarchies + Constraints (The complete, ideal model).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376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2C15A5-06D6-9EFC-54D1-C7D826987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 dirty="0"/>
              <a:t>Implementation &amp; Administration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3979D-0F66-67AF-86AC-EF770727A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 b="1"/>
              <a:t>Centralized:</a:t>
            </a:r>
            <a:r>
              <a:rPr lang="en-US" sz="2100"/>
              <a:t> One security officer manages everything (not scalable).</a:t>
            </a:r>
          </a:p>
          <a:p>
            <a:r>
              <a:rPr lang="en-US" sz="2100" b="1"/>
              <a:t>Delegated:</a:t>
            </a:r>
            <a:r>
              <a:rPr lang="en-US" sz="2100"/>
              <a:t> Department managers manage roles for their teams (scalable but risky).</a:t>
            </a:r>
          </a:p>
          <a:p>
            <a:r>
              <a:rPr lang="en-US" sz="2100" b="1"/>
              <a:t>Role-Based Administration (ARBAC):</a:t>
            </a:r>
            <a:r>
              <a:rPr lang="en-US" sz="2100"/>
              <a:t> An advanced model where the system itself has roles for </a:t>
            </a:r>
            <a:r>
              <a:rPr lang="en-US" sz="2100" i="1"/>
              <a:t>administrators</a:t>
            </a:r>
            <a:r>
              <a:rPr lang="en-US" sz="2100"/>
              <a:t> (e.g., a "Role Admin" who assigns roles, separate from a "User Admin").</a:t>
            </a:r>
          </a:p>
          <a:p>
            <a:endParaRPr lang="en-US" sz="2100"/>
          </a:p>
        </p:txBody>
      </p:sp>
    </p:spTree>
    <p:extLst>
      <p:ext uri="{BB962C8B-B14F-4D97-AF65-F5344CB8AC3E}">
        <p14:creationId xmlns:p14="http://schemas.microsoft.com/office/powerpoint/2010/main" val="1590166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013A19-328F-5086-35F8-47A5BD3362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579" r="2042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Golden Triangle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95CF063-0A1C-9F1B-8517-9D3E7E41AE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14201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Universal Roles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8982D6-FD91-A2FF-048E-383E5BD52D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964586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Permission Model (CRUD)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AEC529-12B2-8261-96DA-E61CCDC2E1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893556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41711"/>
            <a:ext cx="2425850" cy="34743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b="1"/>
              <a:t>Granular Permissions:</a:t>
            </a:r>
            <a:r>
              <a:rPr lang="en-US" sz="2400"/>
              <a:t> Fine-tuned access control that defines exactly what actions a user can perform on specific resources.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3193FD5-6A49-7562-EA76-F15D42E15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1FDAD4-9973-9FD0-866E-23092FAE5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056527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Security Features</a:t>
            </a:r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F1C04F4D-CE97-D1A5-AB55-956CAAB552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369124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6000"/>
              <a:t>Best Practices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67C1F6-9237-0F44-6285-26E139495E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349916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Common Pitfalls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9E7B3A-71E0-352E-B2E0-11953E27E5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9143189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1097280"/>
            <a:ext cx="2847230" cy="4666207"/>
          </a:xfrm>
        </p:spPr>
        <p:txBody>
          <a:bodyPr anchor="ctr">
            <a:normAutofit/>
          </a:bodyPr>
          <a:lstStyle/>
          <a:p>
            <a:r>
              <a:rPr lang="en-US" sz="4200"/>
              <a:t>Summary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932" y="5945955"/>
            <a:ext cx="9082028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572FAA-F062-8EFA-81E3-5B0EAE6C38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863094"/>
              </p:ext>
            </p:extLst>
          </p:nvPr>
        </p:nvGraphicFramePr>
        <p:xfrm>
          <a:off x="4073652" y="1014153"/>
          <a:ext cx="4438638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Thank you!</a:t>
            </a:r>
          </a:p>
        </p:txBody>
      </p:sp>
      <p:pic>
        <p:nvPicPr>
          <p:cNvPr id="5" name="Picture 4" descr="Yellow and blue symbols">
            <a:extLst>
              <a:ext uri="{FF2B5EF4-FFF2-40B4-BE49-F238E27FC236}">
                <a16:creationId xmlns:a16="http://schemas.microsoft.com/office/drawing/2014/main" id="{8BBC2203-5EE4-83B2-C666-AF902C210F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14" r="27030" b="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6219</TotalTime>
  <Words>579</Words>
  <Application>Microsoft Office PowerPoint</Application>
  <PresentationFormat>On-screen Show (4:3)</PresentationFormat>
  <Paragraphs>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User Role Management &amp; Permissions</vt:lpstr>
      <vt:lpstr>Agenda</vt:lpstr>
      <vt:lpstr>Why RBAC?</vt:lpstr>
      <vt:lpstr>RBAC standard</vt:lpstr>
      <vt:lpstr>Constraints (C)</vt:lpstr>
      <vt:lpstr>RBAC The complete, ideal model</vt:lpstr>
      <vt:lpstr>Implementation &amp; Administration</vt:lpstr>
      <vt:lpstr>Golden Triangle</vt:lpstr>
      <vt:lpstr>Universal Roles</vt:lpstr>
      <vt:lpstr>Permission Model (CRUD)</vt:lpstr>
      <vt:lpstr>Granular Permissions: Fine-tuned access control that defines exactly what actions a user can perform on specific resources.</vt:lpstr>
      <vt:lpstr>Security Features</vt:lpstr>
      <vt:lpstr>Best Practices</vt:lpstr>
      <vt:lpstr>Common Pitfalls</vt:lpstr>
      <vt:lpstr>Summary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Pushkar Mahat</cp:lastModifiedBy>
  <cp:revision>6</cp:revision>
  <dcterms:created xsi:type="dcterms:W3CDTF">2013-01-27T09:14:16Z</dcterms:created>
  <dcterms:modified xsi:type="dcterms:W3CDTF">2026-04-24T13:55:00Z</dcterms:modified>
  <cp:category/>
</cp:coreProperties>
</file>